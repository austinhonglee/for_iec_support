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2d1de2f414946" /><Relationship Type="http://schemas.openxmlformats.org/officeDocument/2006/relationships/extended-properties" Target="/docProps/app.xml" Id="Rc125203e578b4d32" /><Relationship Type="http://schemas.openxmlformats.org/officeDocument/2006/relationships/officeDocument" Target="/ppt/presentation.xml" Id="Rbc762487a0bc44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3537d50faa4aa5"/>
  </p:sldMasterIdLst>
  <p:notesMasterIdLst>
    <p:notesMasterId xmlns:r="http://schemas.openxmlformats.org/officeDocument/2006/relationships" r:id="R820c469ae6944c02"/>
  </p:notesMasterIdLst>
  <p:sldIdLst>
    <p:sldId xmlns:r="http://schemas.openxmlformats.org/officeDocument/2006/relationships" id="256" r:id="R2f6357d17b07454f"/>
    <p:sldId xmlns:r="http://schemas.openxmlformats.org/officeDocument/2006/relationships" id="257" r:id="R2a54711899dd49d7"/>
    <p:sldId xmlns:r="http://schemas.openxmlformats.org/officeDocument/2006/relationships" id="258" r:id="R88cf51a2fe16458a"/>
    <p:sldId xmlns:r="http://schemas.openxmlformats.org/officeDocument/2006/relationships" id="259" r:id="R9de607e8b23a4b7d"/>
    <p:sldId xmlns:r="http://schemas.openxmlformats.org/officeDocument/2006/relationships" id="260" r:id="Re170a4a4da7f446c"/>
    <p:sldId xmlns:r="http://schemas.openxmlformats.org/officeDocument/2006/relationships" id="261" r:id="R1303d2e7c4a846bd"/>
    <p:sldId xmlns:r="http://schemas.openxmlformats.org/officeDocument/2006/relationships" id="262" r:id="R91224e443d684bc4"/>
    <p:sldId xmlns:r="http://schemas.openxmlformats.org/officeDocument/2006/relationships" id="263" r:id="R5d396c1dd5584b7e"/>
    <p:sldId xmlns:r="http://schemas.openxmlformats.org/officeDocument/2006/relationships" id="264" r:id="Rba9b31af6e304814"/>
    <p:sldId xmlns:r="http://schemas.openxmlformats.org/officeDocument/2006/relationships" id="265" r:id="Race2a2bef494440b"/>
    <p:sldId xmlns:r="http://schemas.openxmlformats.org/officeDocument/2006/relationships" id="266" r:id="R41707b94b85e4eec"/>
    <p:sldId xmlns:r="http://schemas.openxmlformats.org/officeDocument/2006/relationships" id="267" r:id="Rd165070c1c934dd2"/>
    <p:sldId xmlns:r="http://schemas.openxmlformats.org/officeDocument/2006/relationships" id="268" r:id="Rb8d6d99df7f344a3"/>
    <p:sldId xmlns:r="http://schemas.openxmlformats.org/officeDocument/2006/relationships" id="269" r:id="Rb0ab3ef413b144d6"/>
    <p:sldId xmlns:r="http://schemas.openxmlformats.org/officeDocument/2006/relationships" id="270" r:id="R322be513d958449f"/>
    <p:sldId xmlns:r="http://schemas.openxmlformats.org/officeDocument/2006/relationships" id="271" r:id="Rbe68b68cf46743ac"/>
    <p:sldId xmlns:r="http://schemas.openxmlformats.org/officeDocument/2006/relationships" id="272" r:id="R09250bb4b9f441ee"/>
    <p:sldId xmlns:r="http://schemas.openxmlformats.org/officeDocument/2006/relationships" id="273" r:id="Rbffbca5580fd486d"/>
    <p:sldId xmlns:r="http://schemas.openxmlformats.org/officeDocument/2006/relationships" id="274" r:id="Rf03f37335c234e57"/>
    <p:sldId xmlns:r="http://schemas.openxmlformats.org/officeDocument/2006/relationships" id="275" r:id="Rc22a6a05423e42cb"/>
    <p:sldId xmlns:r="http://schemas.openxmlformats.org/officeDocument/2006/relationships" id="276" r:id="R37a5874a4a324aea"/>
    <p:sldId xmlns:r="http://schemas.openxmlformats.org/officeDocument/2006/relationships" id="277" r:id="Reb5758c92c4849d9"/>
    <p:sldId xmlns:r="http://schemas.openxmlformats.org/officeDocument/2006/relationships" id="278" r:id="R949fa6dfc2274542"/>
    <p:sldId xmlns:r="http://schemas.openxmlformats.org/officeDocument/2006/relationships" id="279" r:id="Re6929b7f7d244663"/>
    <p:sldId xmlns:r="http://schemas.openxmlformats.org/officeDocument/2006/relationships" id="280" r:id="R99dcd857e0cc4672"/>
    <p:sldId xmlns:r="http://schemas.openxmlformats.org/officeDocument/2006/relationships" id="281" r:id="R3aaffd173eb34d32"/>
    <p:sldId xmlns:r="http://schemas.openxmlformats.org/officeDocument/2006/relationships" id="282" r:id="R25dd7aa54c7b4451"/>
    <p:sldId xmlns:r="http://schemas.openxmlformats.org/officeDocument/2006/relationships" id="283" r:id="R4384cbd311644964"/>
    <p:sldId xmlns:r="http://schemas.openxmlformats.org/officeDocument/2006/relationships" id="284" r:id="Ra615c0a440584611"/>
    <p:sldId xmlns:r="http://schemas.openxmlformats.org/officeDocument/2006/relationships" id="285" r:id="R83bea66690344a5c"/>
    <p:sldId xmlns:r="http://schemas.openxmlformats.org/officeDocument/2006/relationships" id="286" r:id="Rdb6d935f06e94e86"/>
    <p:sldId xmlns:r="http://schemas.openxmlformats.org/officeDocument/2006/relationships" id="287" r:id="Rbe5026323e4d45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537d50faa4aa5" /><Relationship Type="http://schemas.openxmlformats.org/officeDocument/2006/relationships/theme" Target="/ppt/theme/theme1.xml" Id="R60d979c14dde44af" /><Relationship Type="http://schemas.openxmlformats.org/officeDocument/2006/relationships/notesMaster" Target="/ppt/notesMasters/notesMaster1.xml" Id="R820c469ae6944c02" /><Relationship Type="http://schemas.openxmlformats.org/officeDocument/2006/relationships/presProps" Target="/ppt/presProps.xml" Id="R3c3d82ab32b846c6" /><Relationship Type="http://schemas.openxmlformats.org/officeDocument/2006/relationships/viewProps" Target="/ppt/viewProps.xml" Id="R390b622cb1864a4d" /><Relationship Type="http://schemas.openxmlformats.org/officeDocument/2006/relationships/tableStyles" Target="/ppt/tableStyles.xml" Id="R2dcd24366a6c48be" /><Relationship Type="http://schemas.openxmlformats.org/officeDocument/2006/relationships/slide" Target="/ppt/slides/slide1.xml" Id="R2f6357d17b07454f" /><Relationship Type="http://schemas.openxmlformats.org/officeDocument/2006/relationships/slide" Target="/ppt/slides/slide2.xml" Id="R2a54711899dd49d7" /><Relationship Type="http://schemas.openxmlformats.org/officeDocument/2006/relationships/slide" Target="/ppt/slides/slide3.xml" Id="R88cf51a2fe16458a" /><Relationship Type="http://schemas.openxmlformats.org/officeDocument/2006/relationships/slide" Target="/ppt/slides/slide4.xml" Id="R9de607e8b23a4b7d" /><Relationship Type="http://schemas.openxmlformats.org/officeDocument/2006/relationships/slide" Target="/ppt/slides/slide5.xml" Id="Re170a4a4da7f446c" /><Relationship Type="http://schemas.openxmlformats.org/officeDocument/2006/relationships/slide" Target="/ppt/slides/slide6.xml" Id="R1303d2e7c4a846bd" /><Relationship Type="http://schemas.openxmlformats.org/officeDocument/2006/relationships/slide" Target="/ppt/slides/slide7.xml" Id="R91224e443d684bc4" /><Relationship Type="http://schemas.openxmlformats.org/officeDocument/2006/relationships/slide" Target="/ppt/slides/slide8.xml" Id="R5d396c1dd5584b7e" /><Relationship Type="http://schemas.openxmlformats.org/officeDocument/2006/relationships/slide" Target="/ppt/slides/slide9.xml" Id="Rba9b31af6e304814" /><Relationship Type="http://schemas.openxmlformats.org/officeDocument/2006/relationships/slide" Target="/ppt/slides/slide10.xml" Id="Race2a2bef494440b" /><Relationship Type="http://schemas.openxmlformats.org/officeDocument/2006/relationships/slide" Target="/ppt/slides/slide11.xml" Id="R41707b94b85e4eec" /><Relationship Type="http://schemas.openxmlformats.org/officeDocument/2006/relationships/slide" Target="/ppt/slides/slide12.xml" Id="Rd165070c1c934dd2" /><Relationship Type="http://schemas.openxmlformats.org/officeDocument/2006/relationships/slide" Target="/ppt/slides/slide13.xml" Id="Rb8d6d99df7f344a3" /><Relationship Type="http://schemas.openxmlformats.org/officeDocument/2006/relationships/slide" Target="/ppt/slides/slide14.xml" Id="Rb0ab3ef413b144d6" /><Relationship Type="http://schemas.openxmlformats.org/officeDocument/2006/relationships/slide" Target="/ppt/slides/slide15.xml" Id="R322be513d958449f" /><Relationship Type="http://schemas.openxmlformats.org/officeDocument/2006/relationships/slide" Target="/ppt/slides/slide16.xml" Id="Rbe68b68cf46743ac" /><Relationship Type="http://schemas.openxmlformats.org/officeDocument/2006/relationships/slide" Target="/ppt/slides/slide17.xml" Id="R09250bb4b9f441ee" /><Relationship Type="http://schemas.openxmlformats.org/officeDocument/2006/relationships/slide" Target="/ppt/slides/slide18.xml" Id="Rbffbca5580fd486d" /><Relationship Type="http://schemas.openxmlformats.org/officeDocument/2006/relationships/slide" Target="/ppt/slides/slide19.xml" Id="Rf03f37335c234e57" /><Relationship Type="http://schemas.openxmlformats.org/officeDocument/2006/relationships/slide" Target="/ppt/slides/slide20.xml" Id="Rc22a6a05423e42cb" /><Relationship Type="http://schemas.openxmlformats.org/officeDocument/2006/relationships/slide" Target="/ppt/slides/slide21.xml" Id="R37a5874a4a324aea" /><Relationship Type="http://schemas.openxmlformats.org/officeDocument/2006/relationships/slide" Target="/ppt/slides/slide22.xml" Id="Reb5758c92c4849d9" /><Relationship Type="http://schemas.openxmlformats.org/officeDocument/2006/relationships/slide" Target="/ppt/slides/slide23.xml" Id="R949fa6dfc2274542" /><Relationship Type="http://schemas.openxmlformats.org/officeDocument/2006/relationships/slide" Target="/ppt/slides/slide24.xml" Id="Re6929b7f7d244663" /><Relationship Type="http://schemas.openxmlformats.org/officeDocument/2006/relationships/slide" Target="/ppt/slides/slide25.xml" Id="R99dcd857e0cc4672" /><Relationship Type="http://schemas.openxmlformats.org/officeDocument/2006/relationships/slide" Target="/ppt/slides/slide26.xml" Id="R3aaffd173eb34d32" /><Relationship Type="http://schemas.openxmlformats.org/officeDocument/2006/relationships/slide" Target="/ppt/slides/slide27.xml" Id="R25dd7aa54c7b4451" /><Relationship Type="http://schemas.openxmlformats.org/officeDocument/2006/relationships/slide" Target="/ppt/slides/slide28.xml" Id="R4384cbd311644964" /><Relationship Type="http://schemas.openxmlformats.org/officeDocument/2006/relationships/slide" Target="/ppt/slides/slide29.xml" Id="Ra615c0a440584611" /><Relationship Type="http://schemas.openxmlformats.org/officeDocument/2006/relationships/slide" Target="/ppt/slides/slide30.xml" Id="R83bea66690344a5c" /><Relationship Type="http://schemas.openxmlformats.org/officeDocument/2006/relationships/slide" Target="/ppt/slides/slide31.xml" Id="Rdb6d935f06e94e86" /><Relationship Type="http://schemas.openxmlformats.org/officeDocument/2006/relationships/slide" Target="/ppt/slides/slide32.xml" Id="Rbe5026323e4d45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fdf1e0bff7942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5b128b6d4a4de8" /><Relationship Type="http://schemas.openxmlformats.org/officeDocument/2006/relationships/notesMaster" Target="/ppt/notesMasters/notesMaster1.xml" Id="R3adac2e2de9a49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ffae8196b647c8" /><Relationship Type="http://schemas.openxmlformats.org/officeDocument/2006/relationships/notesMaster" Target="/ppt/notesMasters/notesMaster1.xml" Id="Rbbeb55763e5643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10855e62a4489e" /><Relationship Type="http://schemas.openxmlformats.org/officeDocument/2006/relationships/notesMaster" Target="/ppt/notesMasters/notesMaster1.xml" Id="Rc923496bfbf443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65ebcc57414515" /><Relationship Type="http://schemas.openxmlformats.org/officeDocument/2006/relationships/notesMaster" Target="/ppt/notesMasters/notesMaster1.xml" Id="Rc61e36b4e4cb4e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129f5d7a8c4030" /><Relationship Type="http://schemas.openxmlformats.org/officeDocument/2006/relationships/notesMaster" Target="/ppt/notesMasters/notesMaster1.xml" Id="R004f36c54c8444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39ca934e084ccb" /><Relationship Type="http://schemas.openxmlformats.org/officeDocument/2006/relationships/notesMaster" Target="/ppt/notesMasters/notesMaster1.xml" Id="R16ff317504234d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4cd19de7ea4106" /><Relationship Type="http://schemas.openxmlformats.org/officeDocument/2006/relationships/notesMaster" Target="/ppt/notesMasters/notesMaster1.xml" Id="R2013691a0d8342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0807d1da124a86" /><Relationship Type="http://schemas.openxmlformats.org/officeDocument/2006/relationships/notesMaster" Target="/ppt/notesMasters/notesMaster1.xml" Id="R8f6e21ea6f5d48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437ea1d26b4789" /><Relationship Type="http://schemas.openxmlformats.org/officeDocument/2006/relationships/notesMaster" Target="/ppt/notesMasters/notesMaster1.xml" Id="Rce7e500d60e645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eac2185e8b49be" /><Relationship Type="http://schemas.openxmlformats.org/officeDocument/2006/relationships/notesMaster" Target="/ppt/notesMasters/notesMaster1.xml" Id="R739ee847bd554a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aa8dcb25f041b5" /><Relationship Type="http://schemas.openxmlformats.org/officeDocument/2006/relationships/notesMaster" Target="/ppt/notesMasters/notesMaster1.xml" Id="Re9585562b5aa4c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a31dd71a604e64" /><Relationship Type="http://schemas.openxmlformats.org/officeDocument/2006/relationships/notesMaster" Target="/ppt/notesMasters/notesMaster1.xml" Id="R5e79c970af6d4b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acc1ac06f24cb7" /><Relationship Type="http://schemas.openxmlformats.org/officeDocument/2006/relationships/notesMaster" Target="/ppt/notesMasters/notesMaster1.xml" Id="Race431821f9047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1cd97aec7c4e51" /><Relationship Type="http://schemas.openxmlformats.org/officeDocument/2006/relationships/notesMaster" Target="/ppt/notesMasters/notesMaster1.xml" Id="R2ad61926373748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6800ea23074aa5" /><Relationship Type="http://schemas.openxmlformats.org/officeDocument/2006/relationships/notesMaster" Target="/ppt/notesMasters/notesMaster1.xml" Id="Rab4c9287d74e47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a5f54f45ce4ea8" /><Relationship Type="http://schemas.openxmlformats.org/officeDocument/2006/relationships/notesMaster" Target="/ppt/notesMasters/notesMaster1.xml" Id="Reb6c70fb08d249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16dd2380884359" /><Relationship Type="http://schemas.openxmlformats.org/officeDocument/2006/relationships/notesMaster" Target="/ppt/notesMasters/notesMaster1.xml" Id="R2f584c1e3fb740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66052583524e25" /><Relationship Type="http://schemas.openxmlformats.org/officeDocument/2006/relationships/notesMaster" Target="/ppt/notesMasters/notesMaster1.xml" Id="R5030cc80906d4f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9a1b7ac5ed4da0" /><Relationship Type="http://schemas.openxmlformats.org/officeDocument/2006/relationships/notesMaster" Target="/ppt/notesMasters/notesMaster1.xml" Id="Rc49a8a1114a34a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55c7ffefde54c54" /><Relationship Type="http://schemas.openxmlformats.org/officeDocument/2006/relationships/notesMaster" Target="/ppt/notesMasters/notesMaster1.xml" Id="R97b495c1a1ff45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b1246e2b56248da" /><Relationship Type="http://schemas.openxmlformats.org/officeDocument/2006/relationships/notesMaster" Target="/ppt/notesMasters/notesMaster1.xml" Id="R476bea2a89244b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045f35a0c94a61" /><Relationship Type="http://schemas.openxmlformats.org/officeDocument/2006/relationships/notesMaster" Target="/ppt/notesMasters/notesMaster1.xml" Id="Rb80117c8c0554f7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9999fa2010a48ae" /><Relationship Type="http://schemas.openxmlformats.org/officeDocument/2006/relationships/notesMaster" Target="/ppt/notesMasters/notesMaster1.xml" Id="Re1296e69495240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b30461af0b4a1c" /><Relationship Type="http://schemas.openxmlformats.org/officeDocument/2006/relationships/notesMaster" Target="/ppt/notesMasters/notesMaster1.xml" Id="Re6e2e2b2c0004fa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acb69f6a324915" /><Relationship Type="http://schemas.openxmlformats.org/officeDocument/2006/relationships/notesMaster" Target="/ppt/notesMasters/notesMaster1.xml" Id="R5608df713778444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d5368a7361f4e92" /><Relationship Type="http://schemas.openxmlformats.org/officeDocument/2006/relationships/notesMaster" Target="/ppt/notesMasters/notesMaster1.xml" Id="R41788ba9804249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5571e147714e49" /><Relationship Type="http://schemas.openxmlformats.org/officeDocument/2006/relationships/notesMaster" Target="/ppt/notesMasters/notesMaster1.xml" Id="R287ae9e867ee455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fd5c90d4084407d" /><Relationship Type="http://schemas.openxmlformats.org/officeDocument/2006/relationships/notesMaster" Target="/ppt/notesMasters/notesMaster1.xml" Id="R03e358bd0af04ca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697dc7941614427" /><Relationship Type="http://schemas.openxmlformats.org/officeDocument/2006/relationships/notesMaster" Target="/ppt/notesMasters/notesMaster1.xml" Id="R503d920826824e5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282320764604748" /><Relationship Type="http://schemas.openxmlformats.org/officeDocument/2006/relationships/notesMaster" Target="/ppt/notesMasters/notesMaster1.xml" Id="R312c3ed019d74bb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31b692d0a74ede" /><Relationship Type="http://schemas.openxmlformats.org/officeDocument/2006/relationships/notesMaster" Target="/ppt/notesMasters/notesMaster1.xml" Id="Rfd52f130722847e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305bfe663e048e3" /><Relationship Type="http://schemas.openxmlformats.org/officeDocument/2006/relationships/notesMaster" Target="/ppt/notesMasters/notesMaster1.xml" Id="Rdd6a2aa0370f41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bb72d0a67433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DA53DDD-396F-409A-AB06-53198245FE2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2A0AE4A1-5A18-4431-8B8A-CA2E48D3BF9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8429E4-4796-469F-B5B2-5C76D0741D3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841957-AA18-464B-9C29-EE2764AB81D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49a4d81e9294d81" /><Relationship Type="http://schemas.openxmlformats.org/officeDocument/2006/relationships/slideLayout" Target="/ppt/slideLayouts/slideLayout2.xml" Id="R95fc07aeeca445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6B7F2A-629D-4684-8BD8-BFDCAA3D31D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fc07aeeca445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6251c84d9b485e" /><Relationship Type="http://schemas.openxmlformats.org/officeDocument/2006/relationships/notesSlide" Target="/ppt/notesSlides/notesSlide1.xml" Id="Rb4f3a783220440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7ddd88f7284e46" /><Relationship Type="http://schemas.openxmlformats.org/officeDocument/2006/relationships/notesSlide" Target="/ppt/notesSlides/notesSlide2.xml" Id="Rce4c35bc555545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db1855067b4796" /><Relationship Type="http://schemas.openxmlformats.org/officeDocument/2006/relationships/notesSlide" Target="/ppt/notesSlides/notesSlide3.xml" Id="Rd4a2bbd66d0b43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459cfc393e46b9" /><Relationship Type="http://schemas.openxmlformats.org/officeDocument/2006/relationships/notesSlide" Target="/ppt/notesSlides/notesSlide4.xml" Id="R004c4296e3ac4f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86daf038d4a46" /><Relationship Type="http://schemas.openxmlformats.org/officeDocument/2006/relationships/notesSlide" Target="/ppt/notesSlides/notesSlide5.xml" Id="R1c9a4285041945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622c7c617748f1" /><Relationship Type="http://schemas.openxmlformats.org/officeDocument/2006/relationships/notesSlide" Target="/ppt/notesSlides/notesSlide6.xml" Id="Rc6ab7496d13440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cb9b7d821417d" /><Relationship Type="http://schemas.openxmlformats.org/officeDocument/2006/relationships/notesSlide" Target="/ppt/notesSlides/notesSlide7.xml" Id="R67f0f5b2cf2f41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49820795c44888" /><Relationship Type="http://schemas.openxmlformats.org/officeDocument/2006/relationships/notesSlide" Target="/ppt/notesSlides/notesSlide8.xml" Id="R66feeadaa73c4f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4064015c9140b6" /><Relationship Type="http://schemas.openxmlformats.org/officeDocument/2006/relationships/notesSlide" Target="/ppt/notesSlides/notesSlide9.xml" Id="R71f7866dc89140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ca018fcb1644b1" /><Relationship Type="http://schemas.openxmlformats.org/officeDocument/2006/relationships/notesSlide" Target="/ppt/notesSlides/notesSlide10.xml" Id="Rfa3efb0b8c1b48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bef2189c5e43bd" /><Relationship Type="http://schemas.openxmlformats.org/officeDocument/2006/relationships/notesSlide" Target="/ppt/notesSlides/notesSlide11.xml" Id="R028653a62c954e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97bfa24c4b4cad" /><Relationship Type="http://schemas.openxmlformats.org/officeDocument/2006/relationships/notesSlide" Target="/ppt/notesSlides/notesSlide12.xml" Id="R62204b2b7df546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6e7ad7d46d449f" /><Relationship Type="http://schemas.openxmlformats.org/officeDocument/2006/relationships/notesSlide" Target="/ppt/notesSlides/notesSlide13.xml" Id="R01879248affa40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28af1a50094d91" /><Relationship Type="http://schemas.openxmlformats.org/officeDocument/2006/relationships/notesSlide" Target="/ppt/notesSlides/notesSlide14.xml" Id="Rae11447b730643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9138d95a9f4a1c" /><Relationship Type="http://schemas.openxmlformats.org/officeDocument/2006/relationships/notesSlide" Target="/ppt/notesSlides/notesSlide15.xml" Id="Rc98c50575f234c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bcb60c13bb4266" /><Relationship Type="http://schemas.openxmlformats.org/officeDocument/2006/relationships/notesSlide" Target="/ppt/notesSlides/notesSlide16.xml" Id="Rb918f115046d42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441d68a03049ba" /><Relationship Type="http://schemas.openxmlformats.org/officeDocument/2006/relationships/notesSlide" Target="/ppt/notesSlides/notesSlide17.xml" Id="Rb0325d008f3345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f260dbec44c8a" /><Relationship Type="http://schemas.openxmlformats.org/officeDocument/2006/relationships/notesSlide" Target="/ppt/notesSlides/notesSlide18.xml" Id="R400cb29469ed42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ec134661ca455e" /><Relationship Type="http://schemas.openxmlformats.org/officeDocument/2006/relationships/notesSlide" Target="/ppt/notesSlides/notesSlide19.xml" Id="Rae4ebc8475c44b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0aeab2b484155" /><Relationship Type="http://schemas.openxmlformats.org/officeDocument/2006/relationships/notesSlide" Target="/ppt/notesSlides/notesSlide20.xml" Id="Rf4ff5897f5e847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da37040fb948e6" /><Relationship Type="http://schemas.openxmlformats.org/officeDocument/2006/relationships/notesSlide" Target="/ppt/notesSlides/notesSlide21.xml" Id="R57013d54a877486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afba360a41427e" /><Relationship Type="http://schemas.openxmlformats.org/officeDocument/2006/relationships/notesSlide" Target="/ppt/notesSlides/notesSlide22.xml" Id="Ra7ec520856fe45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9de5cdbf3c4ed4" /><Relationship Type="http://schemas.openxmlformats.org/officeDocument/2006/relationships/notesSlide" Target="/ppt/notesSlides/notesSlide23.xml" Id="R763bf43e6d2a458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741731b5804722" /><Relationship Type="http://schemas.openxmlformats.org/officeDocument/2006/relationships/notesSlide" Target="/ppt/notesSlides/notesSlide24.xml" Id="Reca71f40e0f9484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80d004f66b4ac3" /><Relationship Type="http://schemas.openxmlformats.org/officeDocument/2006/relationships/notesSlide" Target="/ppt/notesSlides/notesSlide25.xml" Id="R08a4ac2b2bb946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6b00c4bfc45c9" /><Relationship Type="http://schemas.openxmlformats.org/officeDocument/2006/relationships/notesSlide" Target="/ppt/notesSlides/notesSlide26.xml" Id="Rd0109f78737945c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65b17bad664418" /><Relationship Type="http://schemas.openxmlformats.org/officeDocument/2006/relationships/notesSlide" Target="/ppt/notesSlides/notesSlide27.xml" Id="R189795e7922749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5e31ad1d41409a" /><Relationship Type="http://schemas.openxmlformats.org/officeDocument/2006/relationships/notesSlide" Target="/ppt/notesSlides/notesSlide28.xml" Id="Raadef7b178f24d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5ba641171649e6" /><Relationship Type="http://schemas.openxmlformats.org/officeDocument/2006/relationships/notesSlide" Target="/ppt/notesSlides/notesSlide29.xml" Id="R4b988fc4785c45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92947721f74e5a" /><Relationship Type="http://schemas.openxmlformats.org/officeDocument/2006/relationships/notesSlide" Target="/ppt/notesSlides/notesSlide30.xml" Id="R2d13c68a0d2e49d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3888545ad44aa1" /><Relationship Type="http://schemas.openxmlformats.org/officeDocument/2006/relationships/notesSlide" Target="/ppt/notesSlides/notesSlide31.xml" Id="R61a0ce0417294f5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b04e668f1f4650" /><Relationship Type="http://schemas.openxmlformats.org/officeDocument/2006/relationships/notesSlide" Target="/ppt/notesSlides/notesSlide32.xml" Id="R1b907ce1661141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0D2A6-D7EE-4D9A-8D9E-88C5C583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0D567-F71C-4CB6-AB20-444750CD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4F7F3-1009-4592-AFC7-4329309A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52500"/>
            <a:ext cx="3524250" cy="41910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4288">
            <a:solidFill>
              <a:srgbClr val="2D4B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90970-893C-4B80-878A-0A833F72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66850"/>
            <a:ext cx="274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9F5FB-E54B-41A9-A470-D45BC705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C47D"/>
                </a:solidFill>
              </a:defRPr>
            </a:pPr>
            <a:r>
              <a:rPr sz="1125" b="1">
                <a:solidFill>
                  <a:srgbClr val="27C47D"/>
                </a:solidFill>
              </a:rPr>
              <a:t>ENGINEERING CHANGE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82C07-DFE9-4347-9095-8DC63AC5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647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AF2F4"/>
                </a:solidFill>
              </a:defRPr>
            </a:pPr>
            <a:r>
              <a:rPr sz="3750" b="1">
                <a:solidFill>
                  <a:srgbClr val="EAF2F4"/>
                </a:solidFill>
              </a:rPr>
              <a:t>工程重構總覽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00F72-9AD9-418D-96B8-EEBF8E67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2F4"/>
                </a:solidFill>
              </a:defRPr>
            </a:pPr>
            <a:r>
              <a:rPr sz="1650" b="0">
                <a:solidFill>
                  <a:srgbClr val="EAF2F4"/>
                </a:solidFill>
              </a:rPr>
              <a:t>系統從「能算」推進到「可驗證」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6FCD5-7D65-4B0F-8317-1A9177A8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8BD"/>
                </a:solidFill>
              </a:defRPr>
            </a:pPr>
            <a:r>
              <a:rPr sz="1650" b="0">
                <a:solidFill>
                  <a:srgbClr val="AAB8BD"/>
                </a:solidFill>
              </a:rPr>
              <a:t>核心問題不是功能不足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3CDFA-764F-4AF1-98A9-C931803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8BD"/>
                </a:solidFill>
              </a:defRPr>
            </a:pPr>
            <a:r>
              <a:rPr sz="1650" b="0">
                <a:solidFill>
                  <a:srgbClr val="AAB8BD"/>
                </a:solidFill>
              </a:rPr>
              <a:t>核心問題是輸出可信度不足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EC4D6-C32E-4B68-8EA3-1FC7A978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8BD"/>
                </a:solidFill>
              </a:defRPr>
            </a:pPr>
            <a:r>
              <a:rPr sz="1650" b="0">
                <a:solidFill>
                  <a:srgbClr val="AAB8BD"/>
                </a:solidFill>
              </a:rPr>
              <a:t>目標是建立 controlled engineering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B03F2-03CA-4ACB-9BFF-7672EA6C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266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A1E"/>
          </a:solidFill>
          <a:ln xmlns:a="http://schemas.openxmlformats.org/drawingml/2006/main" w="13335">
            <a:solidFill>
              <a:srgbClr val="27C4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D131B-4BD8-4604-BE7F-DC057284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4"/>
                </a:solidFill>
              </a:defRPr>
            </a:pPr>
            <a:r>
              <a:rPr sz="1650" b="1">
                <a:solidFill>
                  <a:srgbClr val="EAF2F4"/>
                </a:solidFill>
              </a:rPr>
              <a:t>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7FC64-0088-4E26-B16C-871EF0AC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266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A1E"/>
          </a:solidFill>
          <a:ln xmlns:a="http://schemas.openxmlformats.org/drawingml/2006/main" w="13335">
            <a:solidFill>
              <a:srgbClr val="D7A8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9CBCD-038E-4054-B062-4757DC45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4"/>
                </a:solidFill>
              </a:defRPr>
            </a:pPr>
            <a:r>
              <a:rPr sz="1650" b="1">
                <a:solidFill>
                  <a:srgbClr val="EAF2F4"/>
                </a:solidFill>
              </a:rPr>
              <a:t>Parser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E26E3-4D1B-4E18-A349-C0FAB7C2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67150"/>
            <a:ext cx="266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A1E"/>
          </a:solidFill>
          <a:ln xmlns:a="http://schemas.openxmlformats.org/drawingml/2006/main" w="13335">
            <a:solidFill>
              <a:srgbClr val="E86F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C46D7-AECD-4375-B557-751FBDCC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4"/>
                </a:solidFill>
              </a:defRPr>
            </a:pPr>
            <a:r>
              <a:rPr sz="1650" b="1">
                <a:solidFill>
                  <a:srgbClr val="EAF2F4"/>
                </a:solidFill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1380731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96FE6-3A43-4F94-930E-3BEECA6F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7D059-CB10-40B2-B5C0-1A009146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F54A0-9FB4-4B48-B521-76B27E4C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26309-EA52-4C8F-8D9B-A9EE3E56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D3093-0773-4C16-8D6D-C44EE890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C47D"/>
                </a:solidFill>
              </a:defRPr>
            </a:pPr>
            <a:r>
              <a:rPr sz="975" b="1">
                <a:solidFill>
                  <a:srgbClr val="27C47D"/>
                </a:solidFill>
              </a:rPr>
              <a:t>OPENING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22B81-4A1E-4260-918F-7591A3EA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02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BD6B3-A49A-4107-9DDE-951663D3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為什麼開始重構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85571-7E54-467E-9525-30A6B171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8B164-A629-470D-8334-D149BED8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74D48-0FE3-4A3A-AE18-6B5160D3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3B477-7B04-4328-B3A5-2EE38AD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BOM 輸出存在，但來源不透明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0AC95-C57A-49E3-BC73-983E89F1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1363F-FE06-45E1-B766-DE2B7D53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F1CC2-7566-41EF-A4D5-A43E78D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材料字串散落在 Type 與 helper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154D9-0F7E-4ED7-AB92-41DFA0EC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23BDB-D85D-46DA-80A9-3560E40E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B965F-76FE-4F28-BB62-41ABB54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parser 對特殊尺寸不可靠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B7B8A-201A-4C0A-81CD-3581FE26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85C1D-D07A-492C-B00A-3C6370C5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1D6E0-BA19-4715-9C72-D4076463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validation 只能提醒，不能防回歸</a:t>
            </a:r>
          </a:p>
        </p:txBody>
      </p:sp>
    </p:spTree>
    <p:extLst>
      <p:ext uri="{BB962C8B-B14F-4D97-AF65-F5344CB8AC3E}">
        <p14:creationId xmlns:p14="http://schemas.microsoft.com/office/powerpoint/2010/main" val="434433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E761B-ABBB-4966-8E19-C28E831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BB479-7D5F-4F11-B37E-1FB039BA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A81F0-9907-43AD-A069-DEB98AB2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9BD18-7531-42BD-AA18-92F8D98B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A34F6-112D-41A6-BD05-9A8A9B56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C47D"/>
                </a:solidFill>
              </a:defRPr>
            </a:pPr>
            <a:r>
              <a:rPr sz="975" b="1">
                <a:solidFill>
                  <a:srgbClr val="27C47D"/>
                </a:solidFill>
              </a:rPr>
              <a:t>OPENING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4FDB4-C3DC-4C19-ADB0-FE684C34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03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0EC31-0782-47A2-A223-C90FA39C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原始問題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DE380-9D95-4CCD-A330-156D9F2C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C75ED-AA72-4E66-B155-5F1DC5A7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EC67B-7B3A-4897-A02A-7BABC71A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17088-9DAA-4374-9FFA-9EA87043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material chaos：硬寫材料與語意混用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162DB-334D-428A-BF0D-37540217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2E35F-20B2-4B16-A4F6-3563640D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D39CF-AFAB-4043-8147-CB68BBDE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parser 問題：1.1/2B 被算成 0.55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CACBD-9875-4206-B751-C050C7FC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CDA40-F8D1-4038-84F2-68FAA414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48C90-AB8F-4217-8010-36F261DC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BOM 不可信：entry 缺少 canonical 身分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CC10F-A48D-40AD-AD7F-1672675A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64C0B-10A0-4399-A2D6-F7924F6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1402C-78D8-4135-B6E9-0C6FEDF8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review 成本高：warning 混雜真問題與 backlog</a:t>
            </a:r>
          </a:p>
        </p:txBody>
      </p:sp>
    </p:spTree>
    <p:extLst>
      <p:ext uri="{BB962C8B-B14F-4D97-AF65-F5344CB8AC3E}">
        <p14:creationId xmlns:p14="http://schemas.microsoft.com/office/powerpoint/2010/main" val="1970204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09E57-CC63-4D07-A4D9-2801171D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5155E-6F95-4CF2-8407-6B85867B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530DF-7073-4152-B1F1-90156EA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3BB44-548F-4E84-A6B9-FC69E738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5E16B-3BF9-4816-9919-8DEBF0A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83D"/>
                </a:solidFill>
              </a:defRPr>
            </a:pPr>
            <a:r>
              <a:rPr sz="975" b="1">
                <a:solidFill>
                  <a:srgbClr val="D7A83D"/>
                </a:solidFill>
              </a:rPr>
              <a:t>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68B85-5E82-4649-B5FD-54ECD7A1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04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A4335-8ADB-42C4-875D-D3E8EAB6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Phase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A3225-22AD-439B-94C8-35D0ECAD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3DBD0-7F0E-499B-9AE7-03CF42C1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E0A44-8843-44C2-94C8-762E28E1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A3995-9B1D-4AC7-B0B0-6A9606DC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Phase 1：建立 material resolver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482A0-42E3-4FED-9FBF-0FBE85F4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1A251-1ED8-40DD-AE7F-DBB6496C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67083-3317-4FC0-B005-71E76111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Phase 2：導入 MaterialSpec 與 canonical_id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CD13C-EF1C-48C2-A028-CD268166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EE1D4-1247-48D3-9167-5F40FF47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4032A-3D84-4F41-A4CC-8567C007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Phase 3：分批遷移 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61DD8-9C22-4F6C-8661-27B1C3B2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EDB2A-2152-4793-AFBF-187DE91F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459D2-BCE5-472C-9A0E-FA42C2D0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Phase 4：建立 Hard Lock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4B28F-01F1-4DB7-86C6-75FEB6B9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22F19-0D02-4A48-9457-B4661C85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3413C-A748-4930-987A-4BED46C6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Phase X：修復 parser 正規化</a:t>
            </a:r>
          </a:p>
        </p:txBody>
      </p:sp>
    </p:spTree>
    <p:extLst>
      <p:ext uri="{BB962C8B-B14F-4D97-AF65-F5344CB8AC3E}">
        <p14:creationId xmlns:p14="http://schemas.microsoft.com/office/powerpoint/2010/main" val="772082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C39A7-08E8-47BB-B9F6-C17F32F1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4CD13-DAE4-48FB-B83E-467A4511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024F5-AB4D-4238-8665-AD5A2850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AA41C-4D1A-423F-A346-5BE60E21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E029A-B4D3-4073-A462-BEB40352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83D"/>
                </a:solidFill>
              </a:defRPr>
            </a:pPr>
            <a:r>
              <a:rPr sz="975" b="1">
                <a:solidFill>
                  <a:srgbClr val="D7A83D"/>
                </a:solidFill>
              </a:rPr>
              <a:t>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62C26-5407-49F1-9E70-C045F0E4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05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0DCE1-FC1B-40BB-B92C-7A70E829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重構策略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85386-FAB2-422F-89D1-95C5216F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37252-93B5-4809-886B-45F6015F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A565A-723A-4770-9FD3-B5303A14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47644-AACC-429C-9B16-9532E142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不做 Big Bang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BAED3-EE6A-4D23-8478-507C5946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D3892-B28D-4ACD-81BB-EA381E33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6758B-974D-4385-9613-ED23B53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先 scaffold，再 migration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58460-5A63-4DFA-8A60-03A07DB1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30731-F9E0-4EB2-B31A-5EDAF3C0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9E13E-04D3-415D-8D1C-E7F65DF7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先 warning，再 fail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BA151-5A37-40B4-B9D3-25E26581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82EDA-36B1-4C75-8986-27074BD5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71211-CBF3-405E-8020-F8A41712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每一步都保持 snapshot 可比對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07069-EEB7-491B-A98C-A74920CC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716C2-EAB9-42F5-92C1-26AC480C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04575-B4FD-45A4-A372-C95B0A08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每個 Phase 都可回滾</a:t>
            </a:r>
          </a:p>
        </p:txBody>
      </p:sp>
    </p:spTree>
    <p:extLst>
      <p:ext uri="{BB962C8B-B14F-4D97-AF65-F5344CB8AC3E}">
        <p14:creationId xmlns:p14="http://schemas.microsoft.com/office/powerpoint/2010/main" val="1933478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6DC2B-3C1D-4D72-84D1-6F8FD986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CBB4E-4141-426E-84BD-34E4F50B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E8EA5-4DCC-41B4-AB1B-5ECF05B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CB92F-6567-4B85-8F2E-F27D8B5C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6C540-381A-4922-AC62-8EBBD4F2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83D"/>
                </a:solidFill>
              </a:defRPr>
            </a:pPr>
            <a:r>
              <a:rPr sz="975" b="1">
                <a:solidFill>
                  <a:srgbClr val="D7A83D"/>
                </a:solidFill>
              </a:rPr>
              <a:t>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F17BD-6FBB-46A3-8496-56277D19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06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4BD3E-A77B-4E42-AE70-BBCF6105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系統方向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3B8BB-4EB9-4BD7-9CED-6313B78B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F9C78-457F-4692-BA80-4D2FFDA5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40CA7-91A1-41C1-9BED-AE7DF1C7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EAF2F-7DD1-4B3C-8EDF-A5BED71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4"/>
                </a:solidFill>
              </a:defRPr>
            </a:pPr>
            <a:r>
              <a:rPr sz="1875" b="1">
                <a:solidFill>
                  <a:srgbClr val="EAF2F4"/>
                </a:solidFill>
              </a:rPr>
              <a:t>Before：Type 自己決定材料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185D1-1C3F-4EC4-BB95-CDB4E4C4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07997-4A78-4DB1-9114-F02DF437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9739A-699B-4139-B3E0-110D369B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After：resolver 統一材料決策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AB22B-2811-4037-88DD-E8F9FD5B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3757D-9BF4-4A09-9673-462DBBA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369D1-9A50-49A3-A2FB-AA682054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Before：BOM 只存字串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7930E-0C7D-489D-8116-D95D1DB1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50BE1-A10B-4207-8AB3-A20955B9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F34F4-AA0C-4427-8A41-1F6BD0E6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After：BOM 帶 canonical_id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A839A-160B-4EC1-B720-DC43657E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1FF50-AC6F-415F-B9CC-5D16CF23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6B42E-CFE1-45A4-98C9-65559F65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Signal：material warning 150 → 23 → 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B54B9-74D7-4253-BA24-A2125F89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531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11430">
            <a:solidFill>
              <a:srgbClr val="D7A8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CCCD0E-51FB-4BD5-AF86-67A73B6D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483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83D"/>
                </a:solidFill>
              </a:defRPr>
            </a:pPr>
            <a:r>
              <a:rPr sz="1125" b="1">
                <a:solidFill>
                  <a:srgbClr val="D7A83D"/>
                </a:solidFill>
              </a:rPr>
              <a:t>150 → 23 → 21</a:t>
            </a:r>
          </a:p>
        </p:txBody>
      </p:sp>
    </p:spTree>
    <p:extLst>
      <p:ext uri="{BB962C8B-B14F-4D97-AF65-F5344CB8AC3E}">
        <p14:creationId xmlns:p14="http://schemas.microsoft.com/office/powerpoint/2010/main" val="2006365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A311C-2873-4309-92A5-83F1522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25207-5DCE-47DF-B40E-5C56EE9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503A3-AC40-48DE-A2DF-105D5EF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ABA20-08B5-424D-931D-43150BD2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C4510-9309-450F-86A4-7F89A92B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C47D"/>
                </a:solidFill>
              </a:defRPr>
            </a:pPr>
            <a:r>
              <a:rPr sz="975" b="1">
                <a:solidFill>
                  <a:srgbClr val="27C47D"/>
                </a:solidFill>
              </a:rPr>
              <a:t>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A67BE-3326-48FC-841B-F4598269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07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DD8DD-28E9-42F8-A142-D85C3F23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4"/>
                </a:solidFill>
              </a:defRPr>
            </a:pPr>
            <a:r>
              <a:rPr sz="3000" b="1">
                <a:solidFill>
                  <a:srgbClr val="EAF2F4"/>
                </a:solidFill>
              </a:rPr>
              <a:t>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8D926-A07D-40DC-9CB4-66090198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C47D"/>
                </a:solidFill>
              </a:defRPr>
            </a:pPr>
            <a:r>
              <a:rPr sz="1200" b="1">
                <a:solidFill>
                  <a:srgbClr val="27C47D"/>
                </a:solidFill>
              </a:rPr>
              <a:t>簡化節點流向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6FCD3-FE09-45C3-B55D-71ECFDC9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Input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14819-9F91-4000-9C9B-BFACFD96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Parser 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86BE4-9D51-4046-8835-2B0EE99E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575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Type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F82F2-D0D2-435B-8E58-89BAA84C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147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Resolver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35AED-16AF-4C99-B2B6-FEDBBBB0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719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MaterialSpec 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85F1E-CDE3-4FE9-B941-44715268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Helper 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61B86-6A9F-4DDC-8C9F-205CD4D9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BOM 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9BE42-3A1D-4E0B-BE2E-6975810A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7C47D"/>
                </a:solidFill>
              </a:defRPr>
            </a:pPr>
            <a:r>
              <a:rPr sz="2025" b="1">
                <a:solidFill>
                  <a:srgbClr val="27C47D"/>
                </a:solidFill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2103107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FBD0E-D97F-4386-A483-5C6A07EF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C88F1-4252-4870-A016-90F5C35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A6383-41BD-4D88-99AF-12FA1BC2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91254-3EA5-4272-92F4-CAEF3CCE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34320-0A22-455F-8DFF-66A2B38E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C47D"/>
                </a:solidFill>
              </a:defRPr>
            </a:pPr>
            <a:r>
              <a:rPr sz="975" b="1">
                <a:solidFill>
                  <a:srgbClr val="27C47D"/>
                </a:solidFill>
              </a:rPr>
              <a:t>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09A71-7513-4DAD-85DF-AE53C976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08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C0880-09EC-47DB-9853-6BAA3478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4"/>
                </a:solidFill>
              </a:defRPr>
            </a:pPr>
            <a:r>
              <a:rPr sz="3000" b="1">
                <a:solidFill>
                  <a:srgbClr val="EAF2F4"/>
                </a:solidFill>
              </a:rPr>
              <a:t>Material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743B4-3F8B-4ACD-8C84-F7440789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C47D"/>
                </a:solidFill>
              </a:defRPr>
            </a:pPr>
            <a:r>
              <a:rPr sz="1200" b="1">
                <a:solidFill>
                  <a:srgbClr val="27C47D"/>
                </a:solidFill>
              </a:rPr>
              <a:t>簡化節點流向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55C04-56D2-4313-94B4-AA592FC9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override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AD2AD-C46F-4EDE-AD7F-3E4FA21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parser 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309BB-FBD5-462D-9D14-23B9DB0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718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resolver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34DF4-A9E6-4BD9-B1BE-521CA511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243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MaterialSpec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CCCA5-439E-4666-BFCB-12D17944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helper 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9E745-83EA-40AE-B574-9A69248B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7C47D"/>
                </a:solidFill>
              </a:defRPr>
            </a:pPr>
            <a:r>
              <a:rPr sz="2025" b="1">
                <a:solidFill>
                  <a:srgbClr val="27C47D"/>
                </a:solidFill>
              </a:rPr>
              <a:t>BOM entry</a:t>
            </a:r>
          </a:p>
        </p:txBody>
      </p:sp>
    </p:spTree>
    <p:extLst>
      <p:ext uri="{BB962C8B-B14F-4D97-AF65-F5344CB8AC3E}">
        <p14:creationId xmlns:p14="http://schemas.microsoft.com/office/powerpoint/2010/main" val="1295376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60119-12CA-4951-B002-C22C1AFE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C857F-76AB-49F6-9B51-DA877DA9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C5D14-6D2B-46C1-B030-1BEC58E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B7B88-AA55-436C-A4A8-E06DE626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01D99-DFF9-4E8F-BE3A-10C0E484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C47D"/>
                </a:solidFill>
              </a:defRPr>
            </a:pPr>
            <a:r>
              <a:rPr sz="975" b="1">
                <a:solidFill>
                  <a:srgbClr val="27C47D"/>
                </a:solidFill>
              </a:rPr>
              <a:t>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E67D8-C380-4A44-8243-52D5DBE7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09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A8978-A5D7-461E-BED7-F0DDDD5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4"/>
                </a:solidFill>
              </a:defRPr>
            </a:pPr>
            <a:r>
              <a:rPr sz="3000" b="1">
                <a:solidFill>
                  <a:srgbClr val="EAF2F4"/>
                </a:solidFill>
              </a:rPr>
              <a:t>Validation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ECB94-6CF4-4719-A942-CA168B5F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C47D"/>
                </a:solidFill>
              </a:defRPr>
            </a:pPr>
            <a:r>
              <a:rPr sz="1200" b="1">
                <a:solidFill>
                  <a:srgbClr val="27C47D"/>
                </a:solidFill>
              </a:rPr>
              <a:t>簡化節點流向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BA745-B00B-4033-8C20-0CE85B69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BOM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269E4-ADED-46E6-8642-7591FB38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validate_tables 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C6C89-EC87-4F4D-9EE9-38C75774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718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3152E-2FB2-4E4A-9922-B371A371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243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2F4"/>
                </a:solidFill>
              </a:defRPr>
            </a:pPr>
            <a:r>
              <a:rPr sz="2025" b="0">
                <a:solidFill>
                  <a:srgbClr val="EAF2F4"/>
                </a:solidFill>
              </a:rPr>
              <a:t>warning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4AFB8-E498-495A-A14C-CBC158F9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7C47D"/>
                </a:solidFill>
              </a:defRPr>
            </a:pPr>
            <a:r>
              <a:rPr sz="2025" b="1">
                <a:solidFill>
                  <a:srgbClr val="27C47D"/>
                </a:solidFill>
              </a:rPr>
              <a:t>fail</a:t>
            </a:r>
          </a:p>
        </p:txBody>
      </p:sp>
    </p:spTree>
    <p:extLst>
      <p:ext uri="{BB962C8B-B14F-4D97-AF65-F5344CB8AC3E}">
        <p14:creationId xmlns:p14="http://schemas.microsoft.com/office/powerpoint/2010/main" val="4365906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9A3D2-FDCD-4645-B35C-4B019BD2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DDF30-116C-488A-BB2E-20EAB3B9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8CDC2-6B12-4AFB-90A6-9715C582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DAD51-13C8-4DC3-BFAA-8947BC62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66736-CECE-45E5-8854-D52541D1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F6E20-C928-42FC-8447-A10D0A66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10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5D5AE-FB5C-454E-8171-E9DEDE54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Material Resolver 導入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0FC13-E618-460A-B96C-E5F775E7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282BE-6E46-4D76-BB08-9F7D4012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4C47E-ABB2-48A6-8F0E-7A8767A0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33C32-7DCE-486B-A6F2-005B9AB8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pipe_material 可能污染 hardware material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353A1-FAA4-4FDA-AD56-64C200AA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7EC02-DD3F-4726-9805-C7656C3E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9E82E-4848-43C7-BF8A-A5DBCD5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70378-72CF-4E11-B5C2-A2BAC776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建立 HardwareKind 與 service-aware resolver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E69D9-6B0A-4291-8318-3DBABF7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70809-BD48-476A-92BB-096F39FD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AF77D-5732-446A-8AE6-E991B943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9157F-80B3-4085-A633-447B0066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材料決策移出 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59FF8-E440-4C12-B591-C12CD3CC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490CD-2F01-418F-A32A-E5DE5DED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B100B-8D04-4EBC-B2CB-72119760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CF353-0FFD-4029-BB8D-47A763A4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Type 62 / 64 / 65 先完成受控接線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F12D23-39ED-45E0-AC01-5AC8252F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517CE9-05AC-433B-B8B6-1D565367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F8D5E-D3ED-487F-A7E9-674F0EFA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BBB7B-907A-464F-ADA1-FA7EB74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5861024 / e158117 / 87550a9；Why：材料變成單一入口</a:t>
            </a:r>
          </a:p>
        </p:txBody>
      </p:sp>
    </p:spTree>
    <p:extLst>
      <p:ext uri="{BB962C8B-B14F-4D97-AF65-F5344CB8AC3E}">
        <p14:creationId xmlns:p14="http://schemas.microsoft.com/office/powerpoint/2010/main" val="17545849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08D26-FDDC-4B46-A00D-4261F486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0C66A-225C-4831-AD41-AB26795D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10AE0-E949-4217-9572-80B9C96B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AAB49-42FE-4EE7-B5E8-198B653A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214B1-0EA6-468E-8BA4-819C2FE5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F886C-916B-4EEE-B50C-3229CA3F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11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61AC2-C92D-446B-BA41-73431B08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移除舊材料流程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F4EA6-2FEB-48D4-AF95-09FB33D6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3A9AF-0F96-4637-86E1-791F08B8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5A10E-B383-4386-8B2F-B1F95B81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F6D96-7E6C-41D7-B309-3BBA7955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舊 resolver 與 default 仍可能回流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770F5-186C-47D8-A7D6-F9901730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15D3D-3922-456F-B711-B5FF81AC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1ABB7-828F-47CC-8877-C500CACC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712F1-137A-490B-BE7E-0B2AAC4E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移除 legacy material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71384-BF9C-48A9-A1DE-57C4825D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6CCDF-DAA2-46EE-9A40-79D059E7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0F0FA-726A-4690-A222-BE260E46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C188D-F5F8-45E3-A317-91B52645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新 resolver 成為唯一材料路徑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0999B-EDC5-4281-B1E4-2F52D5E7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046E2-418B-4601-88AE-AFFC7D72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D943D-FB81-4EDA-A83F-28C48851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BC75D-701C-43BC-B00E-8CA57D0F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舊 API grep 結果降為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46818-E8B8-4300-BB0F-FF1F0D01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EBB67-0C96-49F8-AD24-AE4A16E6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767BFE-A275-4D5D-A40B-906B46EC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24F5DA-524D-4A9D-9F4E-11DD8DA2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9e68e0d / 1839f19 / a96a928；Why：不再有第二套規則</a:t>
            </a:r>
          </a:p>
        </p:txBody>
      </p:sp>
    </p:spTree>
    <p:extLst>
      <p:ext uri="{BB962C8B-B14F-4D97-AF65-F5344CB8AC3E}">
        <p14:creationId xmlns:p14="http://schemas.microsoft.com/office/powerpoint/2010/main" val="113669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67460-5BEB-4A02-A8E9-C1D2ECE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A61B4-6396-45C9-985D-2CF7019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F522F-3B22-4647-8778-AF600715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D0D85-5C8E-4659-ABF7-9A85DED0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52F24-65C8-47A3-8520-0F9FB040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CAD69-52B9-40AC-803B-1CFE1CF0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12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2D010-C75F-4605-B725-3BBAA67A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Override Contract 收斂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21054-3BFF-4DE1-BBD1-161538C5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FAA8F-2399-45B7-AF32-65FAE509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56BA9-DED1-4BA5-856A-D46AACC5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1DC08-AC62-4952-AFC8-006498B5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各 Type 自行解析 override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9D431-2B24-4E9E-A515-940DD816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5C8D6-D459-4A1A-A653-D3532AB5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ED48F-910A-46EE-96F3-8190078A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24EFA-E515-4B5C-BA99-EABDA88F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建立單一 parser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55AFD-3193-45BF-89F0-85319147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39E30-C132-4240-A3EE-EBD1C898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7068F-D167-432C-B680-157F99A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946F9-3049-4848-9323-DA6B890B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per_kind &gt; global &gt; service default 固定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0F9DD-532E-41F0-9002-A111ACC2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D03A0-1E49-42EB-9B77-BBDE7754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48F4A-49F7-4E34-90CA-985BE649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E09AF-1497-4CE2-8D58-F703EA41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override consistency 測試全通過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B3721-67AB-420E-A884-E25491F3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AF1D7-2A0E-4B35-8532-07FD4047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D3D59-002C-4D84-96B2-2D9AC611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083977-39B3-43F7-AD13-088DF985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323d732 / 05fb982 / cd18bb2；Why：輸入不再被各自解讀</a:t>
            </a:r>
          </a:p>
        </p:txBody>
      </p:sp>
    </p:spTree>
    <p:extLst>
      <p:ext uri="{BB962C8B-B14F-4D97-AF65-F5344CB8AC3E}">
        <p14:creationId xmlns:p14="http://schemas.microsoft.com/office/powerpoint/2010/main" val="17675338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9C1F3-27FB-43D3-8E38-F28D755E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2E816-555C-4B16-88B3-343DD4F1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CC861-34E7-4E1E-95AF-ECAC3BB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E0263-70BF-48AD-B073-BE6B94DF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43AF4-1A3E-4E91-8E09-43E9A2EC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1EBDF-29C3-449A-95B2-28B5FB89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13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7E1FD-B0A6-4F49-898A-80D4557F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HardwareKind 語意修正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7729F-D1D8-4AD1-8A6A-C7DAFD59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D1F0E-C27A-4A4A-9196-0C753D42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A8B97-9A75-4852-AAE3-AB8C02D6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08D5D-A0C7-4FA0-95F6-2C924086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UPPER_BRACKET 混用 pipe 與 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1BE4E-0D7B-460D-B706-958DEC77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D5237-2E37-4BB2-9014-779465E3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EF49C-B9FC-4CC8-9CDB-3589672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C848A-C44E-40D2-A0D7-5752A1F9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拆出 SUPPORT_PIPE 與 SUPPORT_PLATE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5B9FC-C20E-4CE9-BD01-97B56330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9475B-D9C4-4FBE-AB22-3E1AB271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85966-E148-420A-92A6-1C37A997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BFEC8-C361-49A9-B944-4DAB1A87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材料 kind 開始對應真實構件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78837-94F3-4E79-881B-5619C7C8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61D98-D33B-4F20-B039-1B4F8ACF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5A68D-FB5D-46B9-816C-26A6E82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CBC499-A5AF-4610-9BE9-E7559288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UPPER_BRACKET 降級為 compatibility-only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51722-C391-4C2E-B014-7C261D3F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CDDA7-275B-4997-8AD1-58063566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4E44C-C634-48D3-98D7-51502C55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06FFE0-2706-4999-A67B-BC71F06F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99d7312 / e00dcdf / 88edcf0 / ec42e66；Why：語意不再靠猜測</a:t>
            </a:r>
          </a:p>
        </p:txBody>
      </p:sp>
    </p:spTree>
    <p:extLst>
      <p:ext uri="{BB962C8B-B14F-4D97-AF65-F5344CB8AC3E}">
        <p14:creationId xmlns:p14="http://schemas.microsoft.com/office/powerpoint/2010/main" val="1773942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66A9F-B7D2-4001-B525-52EF6EE1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C7CD0-F047-4ACC-8E89-17E695A0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722D4-C4FD-4CDF-A117-9021EC69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583C8-B0AD-43B2-AD23-142B1AD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A7E74-85B3-4069-80F5-E41FCD81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786E3-DA86-4BBF-8AE4-D660711A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14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58496-0078-43A3-A527-50EF6FA4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Material Identity 建立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4C97E-62BC-4390-8C91-22BB739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9B0B1-0FE5-4040-9906-945F1BF5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83FB9-C121-4408-AE3B-2B966717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AC319-8103-46BF-8548-E775319D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材料字串無法可靠比對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17636-7E11-41BD-9E85-E49F8AB8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77B84-0E83-443E-A53C-5E435018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DEFF8-95BA-4482-93F6-9E7B304B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60B2F-EE39-48CE-9017-E97DC664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建立 alias normalization 與 canonical_id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57EE7-815F-4383-B267-0007BD53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21C0F-4208-4A32-9950-2E07C46E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7ABF7-CB67-4AAC-B001-C27A7CC9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8FECD-A617-4253-AE65-567E7125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顯示名稱與工程身分分離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0FFCD-06B2-4998-AD2E-E579D543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887DD-742F-48A7-83D5-36BFCA32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D2CD2-B303-4278-B559-3A3DE2B5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58453-CB72-47FD-8B5A-BBC063E1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MaterialSpec 開始帶 canonical_id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D2BFAE-4E14-4658-A1B8-63AD0D38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F9E76-E722-4F3A-BDFB-36692E23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2C250-B2B5-4295-9627-BF18CE13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4C16EA-BD19-44DC-A040-559B83EF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dfafc12 / 49aa3d0 / 76fe71b；Why：BOM 不再只依賴字串</a:t>
            </a:r>
          </a:p>
        </p:txBody>
      </p:sp>
    </p:spTree>
    <p:extLst>
      <p:ext uri="{BB962C8B-B14F-4D97-AF65-F5344CB8AC3E}">
        <p14:creationId xmlns:p14="http://schemas.microsoft.com/office/powerpoint/2010/main" val="18809668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5DF58-E5CF-4DAB-898B-E59A5569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40313-7647-4451-B734-7C069434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90F88-1FFB-40B4-B730-6EBB1C81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6DD56-42B4-497D-A86B-C517799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9580A-6560-4853-AC03-42ED95E0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C47D"/>
                </a:solidFill>
              </a:defRPr>
            </a:pPr>
            <a:r>
              <a:rPr sz="975" b="1">
                <a:solidFill>
                  <a:srgbClr val="27C47D"/>
                </a:solidFill>
              </a:rPr>
              <a:t>BREAK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7770E-8A89-42D3-AC3D-F17AAC9A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15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60B64-DEB0-45C8-BE2C-E5FB814A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Material Identity Breakthrough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C3CF2-ACB2-41C0-9620-64CCCEBD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89ACE-5690-4115-AE84-294F72AA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D4E74-B203-4C82-874B-6349AEC9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05276-633E-4547-823E-548E4087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Material 從 string 轉為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0DAE1-3AE2-4A47-9740-0AFD31E1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98793-5BAD-42F7-A9BA-C0E1587E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F99B8-62B4-4134-B203-2B3B9513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canonical_id 全面導入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A2796-9B57-45FE-AF85-BAF5613C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6D7B8-4ADD-4CED-A438-7773FAEA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38B7E-2F15-42BA-9C87-0A2545B0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BOM 開始可稽核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C9428-8862-48CB-94B3-E86462A0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53ED3-C5C8-4BDF-B5C4-D6201801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66E18-3D69-4DB0-8185-AC486030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系統進入可驗證階段</a:t>
            </a:r>
          </a:p>
        </p:txBody>
      </p:sp>
    </p:spTree>
    <p:extLst>
      <p:ext uri="{BB962C8B-B14F-4D97-AF65-F5344CB8AC3E}">
        <p14:creationId xmlns:p14="http://schemas.microsoft.com/office/powerpoint/2010/main" val="4863577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CEC2A-3FBF-432D-B067-E2B9B01B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FAD5B-EB4B-46C5-8078-B3572164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1163F-4E44-4884-8AA5-3809819D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136EB-1612-4677-A964-BA78DFEB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9F178-A4D4-40DA-A117-EDFAF78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D7157-8F27-4645-9F16-4B871E1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16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4CD1B-1FB5-4BD8-884A-3EA5BBF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Helper 支援 MaterialSpec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FB6B6-C875-4ACC-87FE-82D671DB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FE6A2-2FDA-45FF-9380-F8FEB298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BD8C2-2852-4888-8595-78F73974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DA254-0AB1-4943-9F0F-52BF079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helper 是 string-only 的瓶頸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742BC-C1C2-4E0F-8727-E5B682D4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3B203-40BA-4DEE-803A-F0EBD5EF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106D4-B668-42DE-9FEE-1A0577D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214AA-FCAD-430E-B91A-9863D044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steel / bolt / pipe / plate 支援 MaterialSpec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CC3AC-76B6-4E3B-884B-869F4E7A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E6088-46F0-4315-86A9-5B798F2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1572D-9F70-4562-853E-1CD31D6A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50BB4-7DB3-4209-BDDB-1B07370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canonical_id 可穿過核心 helper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C958D-7D87-4409-822E-E3D23A42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B34E8-5392-48D8-88B6-1B828610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D9D77-108D-40A7-8BC2-924EDC9E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D21C5-C94A-414F-94DD-BF4FCF3B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BOM material 字串維持 0 diff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FF3B8-71F4-4E58-B3FD-EBE7BB75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E8E7A-4D19-42A6-9B43-3A6C750B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0DD0CE-E35E-4CD4-82F6-0661621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6DD06-EAB1-491D-B2D1-30ACEAC2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76fe71b / 4645ff9；Why：新契約不破壞既有輸出</a:t>
            </a:r>
          </a:p>
        </p:txBody>
      </p:sp>
    </p:spTree>
    <p:extLst>
      <p:ext uri="{BB962C8B-B14F-4D97-AF65-F5344CB8AC3E}">
        <p14:creationId xmlns:p14="http://schemas.microsoft.com/office/powerpoint/2010/main" val="15037997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49011-A594-4185-AAAD-A1B95030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8D08A-41FD-4CC3-B62F-FB52D4F8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67DA5-7499-4EA2-B94C-22FA95B6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D2147-2EE3-4E92-A59F-1A91048F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2076-56EE-4DEF-A6AD-1CAF9BFC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BE2AF-9B44-453D-9B91-80E1E223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17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F538C-72DC-4029-9821-3DCE20CB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Type Migration 分批推進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C1D04-3710-4177-B275-994DE98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B739C-32DA-4DCE-9B1E-DEC5B107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4C454-9903-4BCD-BA43-3E4F4BD8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68222-E112-414A-B3C8-03BB56C1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多數 Type 仍傳 raw material string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D7B45-129F-4544-BDA4-EEBEFC3B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9123F-02C2-4D09-9851-2ADC2472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C22DA-8FF6-4A9B-8AB4-F48826B7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F36C1-7D43-4572-A0FD-968C0057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依風險分批接入 MaterialSpec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36F61-E61C-4FF3-971A-0AB3AF54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C74D8-90EA-4D8A-8EF4-C8AB768A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5DC65-EA3B-493A-8B29-AC58012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1F670-5A41-474F-A843-3232633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canonical_id coverage 持續增加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5E045-1714-482D-8F79-C03AF5EA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FDD3B-6422-410E-95C2-85896CC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0BCEE-E5A8-41C2-937A-BAC6F8F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EA5E7-AA2A-47F4-BB19-5F3C2881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warning 約 150 → 23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7AB02-81FF-4097-BEC2-DDE6A7B8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2D389-6908-43CA-934C-DA54961C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D6F2C-7ECF-414B-94BC-2F91B87E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367436-067F-4F41-B81A-CB980489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588bf41 / de1ba8d / b2d3c83 / e434587；Why：大遷移被拆成可驗證單元</a:t>
            </a:r>
          </a:p>
        </p:txBody>
      </p:sp>
    </p:spTree>
    <p:extLst>
      <p:ext uri="{BB962C8B-B14F-4D97-AF65-F5344CB8AC3E}">
        <p14:creationId xmlns:p14="http://schemas.microsoft.com/office/powerpoint/2010/main" val="6712666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66C41-1B5B-4BDA-8452-3677CEFB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708DD-3EB7-4056-AF00-5DF33D8F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ED9A2-44F2-4C70-A776-58E55E18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2FF79-E58E-4829-B3BF-4A8A518F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C0C14-108D-48F0-B44D-8C7BFEFE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E6D4C-362F-4F83-B1F0-6948E355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18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7A78C-D751-46D1-9373-E9D71E68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Soft Lock 建立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48C51-EAD6-42E4-9BD0-FCC85620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87CC3-AA66-4316-9ACD-96FF9E81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69D28-1016-4D41-8A7C-E9C9CCCB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588DC-9662-4508-A862-823792BD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unmigrated path 仍需要可見性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23E22-ACD0-4E92-AB7F-89C0B4D4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CEF0A-3A2B-47FB-B552-CC9D11D0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A94D2-66C9-42B9-B677-89F524F7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72C18-9EF4-4D4F-948A-9F1A8911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validate_tables 輸出 deterministic warnings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2A3BA-99AF-417F-BE21-B4686D39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F0998-212F-42C5-A2D4-A8403025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3986B-C412-4CB0-A1D3-FE2529AB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74299-505B-4382-94B2-C82CDD2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backlog 變成可分類清單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117E1-FB14-4A66-A7D2-DEC6CB6C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86F43F-12D7-4E6A-AFA8-D826419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1D7C9-7074-4DF7-A94F-249CF9FA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69599-5069-44BF-9C24-23ECA694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warning 從未知風險變成 23 筆可追蹤項目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90099-454C-4465-A5A1-83C39562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45421-42F9-40B0-8555-58893E38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A41EE-B08C-4AB5-9C38-E2F95FC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3ED1A-10A2-45C2-9BC4-895423C4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8046290 / 7b45c05 / 03d38eb；Why：warning 變成工程訊號</a:t>
            </a:r>
          </a:p>
        </p:txBody>
      </p:sp>
    </p:spTree>
    <p:extLst>
      <p:ext uri="{BB962C8B-B14F-4D97-AF65-F5344CB8AC3E}">
        <p14:creationId xmlns:p14="http://schemas.microsoft.com/office/powerpoint/2010/main" val="3799843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178B5-E848-478F-AEF0-72EA6B30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FFF2-AA21-432B-899E-EF667D5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B20E6-904D-4E2E-9DF4-F6BD4A13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A71E6-1C21-4FF8-90D0-067D502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B23CE-9C09-42FF-B91A-FACD1D35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2A016-F053-4257-B91F-846A4AB5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19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453FF-34D7-4FDA-A21C-06BA8EF8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Hard Lock 建立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A3717-08F6-4FB4-8D7C-48EEBA1A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56944-6592-4789-819A-46B7E695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BBDC2-B60D-4945-BDBE-90384203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1D407-3D97-461B-8585-999F5C6E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migrated Type 仍可能回退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0AB78-62F3-4797-8E7D-B15EDDBF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78DD8-5A61-4585-9CA3-4D6B709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C9158-30CE-4E0B-A4CA-DFFB3A15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1BA67-F86E-4498-8E8E-2773C263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缺 material_canonical_id 直接 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A10DE-478D-4F38-ACE1-0F8F8F34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F867C-1233-4281-A0B5-8D843690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DE6F1-784F-41A6-B474-7DB576F5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F2CBB-A5F6-4B3B-8A34-E6EF021E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validation 成為 gatekeeper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03450-D3B4-4650-8AFC-11559C2D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D4D80-6841-4E63-AE8C-11A7F50D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8473C-2825-480C-B21B-B8B0805B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8A620-3B96-4DB4-A272-75D6AAD8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Phase 1D migrated Types = 0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7DA1C-D152-49D1-9336-822C46F1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FB3DA-E873-4F1E-B93E-A996AA3D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BC5C7-8E6C-4B90-9670-63718B88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71B71-43D4-4780-92B5-F09EB83E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be860e1 / 03d38eb；Why：規則從建議變強制契約</a:t>
            </a:r>
          </a:p>
        </p:txBody>
      </p:sp>
    </p:spTree>
    <p:extLst>
      <p:ext uri="{BB962C8B-B14F-4D97-AF65-F5344CB8AC3E}">
        <p14:creationId xmlns:p14="http://schemas.microsoft.com/office/powerpoint/2010/main" val="16169514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EBAB5-EA07-4823-963E-3901CA3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0907B-A049-4466-B8D7-45B69C3C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9C032-86A8-4A2A-BE4C-02953998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6BF68-681F-4522-9AEF-D42AEF88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B2B3D-E75D-4C3E-B340-C99140A6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3551B-3A3B-433E-B348-93B832ED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20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75368-1B7D-4F94-8076-8CCFF165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Parser 修復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BE5CC-8F64-4696-8304-ACE29159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60B64-FF3B-49A3-9F50-A5500E90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C3157-79C7-4918-A8AD-A964E441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F8BAC-8456-4B06-B1CB-88AA3447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fractional size 造成錯誤 lookup 與 crash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1F815-E8FE-4A1D-B4DF-99FAC5DB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08E38-DF4C-475B-B96D-5A14E2F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723A0-25CB-40E3-9076-678D3542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2E81A-8F6E-4FE5-B494-C2064829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新增 parse_pipe_size 正規化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CA417-3953-410A-8078-B4122630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B8734-69DC-4246-BD25-5A5D57DA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21F24-8EB5-46A0-83D6-A46CFC13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395BC-CA10-4728-B047-D038A67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指定 Excel Error 案例可進入計算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42D5C-4038-45EC-B019-46E2F266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8B98E-9799-4960-B0D1-10B226A2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CF810A-C45E-48F8-8D6F-9477688D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245B60-82E3-499E-901A-E25FD347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parser Error 11 →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15BA0-F4B3-4A2F-9997-B5DCB97A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364CF-625B-4E0E-B5C2-2EAA23FB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0378B-A8EB-471D-A7DE-8EE3A858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33D350-A9B0-4920-9938-548E1BA1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706f79d；Why：輸入錯誤不再污染工程模型</a:t>
            </a:r>
          </a:p>
        </p:txBody>
      </p:sp>
    </p:spTree>
    <p:extLst>
      <p:ext uri="{BB962C8B-B14F-4D97-AF65-F5344CB8AC3E}">
        <p14:creationId xmlns:p14="http://schemas.microsoft.com/office/powerpoint/2010/main" val="4928946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6DDB8-CE53-4866-B607-80BFD8E3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69A32-4F78-4CB5-971A-FA723B18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5CA8F-491F-4312-9908-F2AD2BA2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263D7-ED2D-497A-B697-1E6B6897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F8A01-0779-4C0B-B43C-6D4A1D4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E22F6-8980-47BF-A202-23C77D15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21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C5B8A-132A-4A7B-8F26-3DB1795A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4"/>
                </a:solidFill>
              </a:defRPr>
            </a:pPr>
            <a:r>
              <a:rPr sz="2700" b="1">
                <a:solidFill>
                  <a:srgbClr val="EAF2F4"/>
                </a:solidFill>
              </a:rPr>
              <a:t>Type 27 模型語意轉折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DBF08-9067-4878-B3AE-2A8C9F2C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EC315-1F53-42C5-A33A-8FDE121C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C2EE5-DFA3-4D70-9538-A50661D4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573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58C36-B159-424F-8F4E-A794944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Column + Beam 被合併為單一構件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8EA17-E9D7-44B5-BEDC-C1C13C38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EAEBB-DDFB-45C4-B4FD-D8D78BEE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B7852-4E00-47C2-B8B2-6B3ED480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384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DD503-F0E4-41A9-931F-D519CB3D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拆成兩個結構體：Column / Beam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ED848-7B07-4D7E-B224-08510DF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F6AB5-4192-4B22-97CC-21ADD58F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70F91-365E-444A-88F8-005BC11F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8D11B-7665-410F-A807-9C705AF9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steel entry：1 →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75048-5830-4D12-A68B-49C30906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BB7FF"/>
          </a:solidFill>
          <a:ln xmlns:a="http://schemas.openxmlformats.org/drawingml/2006/main" w="9525">
            <a:solidFill>
              <a:srgbClr val="6BB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11781-FEC2-4FE0-ADCD-5B4784CD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1518"/>
                </a:solidFill>
              </a:defRPr>
            </a:pPr>
            <a:r>
              <a:rPr sz="1125" b="1">
                <a:solidFill>
                  <a:srgbClr val="0C1518"/>
                </a:solidFill>
              </a:rPr>
              <a:t>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B3989-D61F-4F70-A178-8C48C294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341AE-7EEE-47F1-9D2A-B43F69AA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4"/>
                </a:solidFill>
              </a:defRPr>
            </a:pPr>
            <a:r>
              <a:rPr sz="1575" b="0">
                <a:solidFill>
                  <a:srgbClr val="EAF2F4"/>
                </a:solidFill>
              </a:rPr>
              <a:t>模型從估算接近實際施工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74A01-7F51-476F-A824-8CF8A03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7606AD-2D2F-41DE-B9FE-5E041441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B7FF"/>
                </a:solidFill>
              </a:defRPr>
            </a:pPr>
            <a:r>
              <a:rPr sz="1125" b="1">
                <a:solidFill>
                  <a:srgbClr val="6BB7FF"/>
                </a:solidFill>
              </a:rPr>
              <a:t>Commits /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7F5BF-A267-4A8C-B473-07CFD61E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47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9525">
            <a:solidFill>
              <a:srgbClr val="2D4B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9D054-7EF7-4856-B83D-F3BCC144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4"/>
                </a:solidFill>
              </a:defRPr>
            </a:pPr>
            <a:r>
              <a:rPr sz="1350" b="0">
                <a:solidFill>
                  <a:srgbClr val="EAF2F4"/>
                </a:solidFill>
              </a:rPr>
              <a:t>063b815 / pending；Why：BOM 開始對應真實 fabrication</a:t>
            </a:r>
          </a:p>
        </p:txBody>
      </p:sp>
    </p:spTree>
    <p:extLst>
      <p:ext uri="{BB962C8B-B14F-4D97-AF65-F5344CB8AC3E}">
        <p14:creationId xmlns:p14="http://schemas.microsoft.com/office/powerpoint/2010/main" val="12181302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CA33B-DC5F-4EA3-8437-779D43F9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3C4AD-DF53-4B0E-A04D-2F470955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53033-1ADB-4E20-879A-AD6BAFFD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E8A92-67C3-43A8-BC24-AF716B1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7AD0C-3BF2-42DD-9F78-E43A67A3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TURNING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0DA4D-DA29-4743-A3C0-AC4E6AD8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22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58801-C9DA-493C-BA8D-636DF5C1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關鍵轉折 — MaterialSpec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F8A55-9E24-46A1-ACA5-66C99E6D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96021-577F-4EA8-9883-56D8FF0A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99467-236B-46FD-B2C1-1684A028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143D0-DA20-46D7-B504-80886665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4"/>
                </a:solidFill>
              </a:defRPr>
            </a:pPr>
            <a:r>
              <a:rPr sz="1875" b="1">
                <a:solidFill>
                  <a:srgbClr val="EAF2F4"/>
                </a:solidFill>
              </a:rPr>
              <a:t>Before：BOM 只知道 material string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4909F-50DC-449E-950F-D25FD04B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96A6C-219B-4801-B414-EC1AAC4D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CE06D-726E-4C9F-9EE7-5D0DC5EF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After：BOM 同時帶 name 與 canonical_id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D3F1B-85EE-4303-AABD-6FA54FC1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16DC4-AA83-4872-8A52-5F0B301A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CFB01-393E-4E3D-A992-82F1E9AB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Result：顯示穩定，工程身分可稽核</a:t>
            </a:r>
          </a:p>
        </p:txBody>
      </p:sp>
    </p:spTree>
    <p:extLst>
      <p:ext uri="{BB962C8B-B14F-4D97-AF65-F5344CB8AC3E}">
        <p14:creationId xmlns:p14="http://schemas.microsoft.com/office/powerpoint/2010/main" val="8669915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E534B-9E4D-4FEC-B022-FC1C8E2B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1FA6E-099C-4CBC-B9B8-69DB7489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C0563-DE32-49B0-B4DE-6792F525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6ACB6-F3DA-4F93-A958-71971B63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F5C3D-6E19-4BE1-B64D-7E324717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TURNING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A9F64-CC0A-416C-AB9A-D24C9E45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23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1985B-A971-4DD7-92FD-EE6F3812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關鍵轉折 — Hard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9BF5B-15B7-4B8B-AB19-5E619B02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7DC2A-BFD6-4812-80DB-E4E249AE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73696-DFDA-40D5-8A76-E54DCE7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8418A-D8A1-49AC-8FA0-B9E8025E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4"/>
                </a:solidFill>
              </a:defRPr>
            </a:pPr>
            <a:r>
              <a:rPr sz="1875" b="1">
                <a:solidFill>
                  <a:srgbClr val="EAF2F4"/>
                </a:solidFill>
              </a:rPr>
              <a:t>Before：warning 只能提醒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6CAA5-C7A0-4C35-B9C5-C00AF0D2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FA4F2-9740-4AAE-8825-153D7A35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35DE2-DCB7-4BB2-92AD-2AAE22A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After：migrated Type 缺 canonical_id 直接 fail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91983-9269-4CF5-8EA7-19AE3FB3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97429-5ACA-43B0-9AFF-A85EA49A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19B8D-DBAF-4DAB-BBA3-F8206291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Result：validation 從報表變成控制點</a:t>
            </a:r>
          </a:p>
        </p:txBody>
      </p:sp>
    </p:spTree>
    <p:extLst>
      <p:ext uri="{BB962C8B-B14F-4D97-AF65-F5344CB8AC3E}">
        <p14:creationId xmlns:p14="http://schemas.microsoft.com/office/powerpoint/2010/main" val="10420826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8EF5B-DD93-4DCD-AD03-1AF5BE11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B1512-C6A1-4536-A009-0DFE9AEE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2F4DB-853B-4799-B153-E3EBD298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6854A-DA2E-4EE5-9CEF-0F41E49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B58EC-15A0-4929-9846-19DBD3C3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TURNING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40F1B-18BF-4899-84AB-DDB8C858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24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BBB59-656C-4CFE-8294-B12FB833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關鍵轉折 — Parser 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8902A-FD4C-49BE-89E2-25D97FF1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DE77D-6B06-4A67-B1CD-3002E1CC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C3B7E-A3E8-4F04-B76B-77C1E2F1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726A9-9F7F-49A3-A67C-3FCE4D4F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4"/>
                </a:solidFill>
              </a:defRPr>
            </a:pPr>
            <a:r>
              <a:rPr sz="1875" b="1">
                <a:solidFill>
                  <a:srgbClr val="EAF2F4"/>
                </a:solidFill>
              </a:rPr>
              <a:t>Before：1.1/2B 被解析成 0.55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25265-40B9-4CAF-9C24-0A2A8BCD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580B5-E7D5-4165-B7E1-C20E95AB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FD11B-6012-43FB-8A57-17BEFE5D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After：1.1/2B → 1-1/2 → 1.5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84323-DE13-4760-9536-9220395B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B6BC0-49C4-43C1-8563-E0FE27E3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90B55-9B14-46A4-BE5A-5F4B726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Result：parser smoke Error 11 →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A4597-0C46-4D90-9B0A-041AD0EE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531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11430">
            <a:solidFill>
              <a:srgbClr val="E86F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5E6EB-6DDD-493E-8700-9A6E14E2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483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6F5B"/>
                </a:solidFill>
              </a:defRPr>
            </a:pPr>
            <a:r>
              <a:rPr sz="1125" b="1">
                <a:solidFill>
                  <a:srgbClr val="E86F5B"/>
                </a:solidFill>
              </a:rPr>
              <a:t>2 →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1D2AD-C4D6-4666-BCC2-775707BE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531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11430">
            <a:solidFill>
              <a:srgbClr val="E86F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643B6-D5CB-4CF5-8C7B-76E87F3B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8483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6F5B"/>
                </a:solidFill>
              </a:defRPr>
            </a:pPr>
            <a:r>
              <a:rPr sz="1125" b="1">
                <a:solidFill>
                  <a:srgbClr val="E86F5B"/>
                </a:solidFill>
              </a:rPr>
              <a:t>11 → 0</a:t>
            </a:r>
          </a:p>
        </p:txBody>
      </p:sp>
    </p:spTree>
    <p:extLst>
      <p:ext uri="{BB962C8B-B14F-4D97-AF65-F5344CB8AC3E}">
        <p14:creationId xmlns:p14="http://schemas.microsoft.com/office/powerpoint/2010/main" val="15717203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8DA87-878F-4E3E-A048-4926DDB4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4C7A3-8DBF-4A1E-8853-6416D511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CC1D2-6841-4E17-BA45-C4BE70C3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81165-7A1F-4435-8901-F3143E33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C4322-4C41-4B4B-AC90-31D5A94D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83D"/>
                </a:solidFill>
              </a:defRPr>
            </a:pPr>
            <a:r>
              <a:rPr sz="975" b="1">
                <a:solidFill>
                  <a:srgbClr val="D7A83D"/>
                </a:solidFill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A43CE-8A84-4FDA-98FD-49066F8B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25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C03CB-487B-495E-B054-E72E09B1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Results — Warning 變化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6C68A-63E4-4056-A6B9-3FE43697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E9F29-FEB0-4609-B5C7-18921760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103EC-4308-4EEA-8025-DB1F88A8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51BDF-CAB0-42BC-BED6-75851B4E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4"/>
                </a:solidFill>
              </a:defRPr>
            </a:pPr>
            <a:r>
              <a:rPr sz="1875" b="1">
                <a:solidFill>
                  <a:srgbClr val="EAF2F4"/>
                </a:solidFill>
              </a:rPr>
              <a:t>Before：unmanaged material warning 約 150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5000D-5BFD-47AE-82DD-81A7B6CA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28BAE-2F1A-42A6-9AAA-AB4575D0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BA899-B2E0-4F11-8460-1972CDD5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After：Type migration 後降至 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3F421-6675-4C59-AAF5-9ED3BAAD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FEC23-EACA-4102-A1CF-4A4AA1C2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4382A-0561-45BF-B141-32C0F7D9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Result：Hard Lock cleanup 後降至 21</a:t>
            </a:r>
          </a:p>
        </p:txBody>
      </p:sp>
    </p:spTree>
    <p:extLst>
      <p:ext uri="{BB962C8B-B14F-4D97-AF65-F5344CB8AC3E}">
        <p14:creationId xmlns:p14="http://schemas.microsoft.com/office/powerpoint/2010/main" val="4544002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C8527-6141-4D6C-8D94-F8373D5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DB291-D123-47A6-98C7-A1B66B67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00C2F-8F44-437C-AB6D-60142593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4F0B6-6A36-4758-A627-1E5532C5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35E12-DD24-4BB1-8757-6EEAB49D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83D"/>
                </a:solidFill>
              </a:defRPr>
            </a:pPr>
            <a:r>
              <a:rPr sz="975" b="1">
                <a:solidFill>
                  <a:srgbClr val="D7A83D"/>
                </a:solidFill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98895-970E-4F7D-905C-B0137F4B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26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76552-87B7-407F-9921-C7FF5E04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Results — Error 變化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05AC9-15EA-44EE-9CFA-3E964CD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F52EB-D3E2-41F6-AA2E-50826AB9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7515E-4CB8-4EC9-AB6A-F16EE3A7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0A691-8FA1-43F4-884C-F249DA91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F2F4"/>
                </a:solidFill>
              </a:defRPr>
            </a:pPr>
            <a:r>
              <a:rPr sz="1875" b="1">
                <a:solidFill>
                  <a:srgbClr val="EAF2F4"/>
                </a:solidFill>
              </a:rPr>
              <a:t>Before：Excel B 欄 Error 11 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F7759-F7CD-4F01-83C0-C8600411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16A03-4389-4C62-91A2-C5BEA69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7CC1B-6DB5-45EE-98D8-4BDF6955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After：指定 parser cases 全部 no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F7B9B-F7A1-445B-B43C-7F55C6DA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16A77-C87E-4549-B31B-D18689A2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60A49-379D-40A2-87BB-9FF345E5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Result：parser Error 11 →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48680-4971-4DCE-B0C8-B34F79B8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531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11430">
            <a:solidFill>
              <a:srgbClr val="D7A8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8DA86-82B1-4041-BC2A-16F789A1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483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83D"/>
                </a:solidFill>
              </a:defRPr>
            </a:pPr>
            <a:r>
              <a:rPr sz="1125" b="1">
                <a:solidFill>
                  <a:srgbClr val="D7A83D"/>
                </a:solidFill>
              </a:rPr>
              <a:t>11 → 0</a:t>
            </a:r>
          </a:p>
        </p:txBody>
      </p:sp>
    </p:spTree>
    <p:extLst>
      <p:ext uri="{BB962C8B-B14F-4D97-AF65-F5344CB8AC3E}">
        <p14:creationId xmlns:p14="http://schemas.microsoft.com/office/powerpoint/2010/main" val="4554805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873ED-AE3A-4D98-8A6F-13573E3F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8142E-71B9-4A74-AE8F-44A0DC58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CE45E-A08C-4110-90CC-5AAA7C37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6B3CC-0A3F-43D1-BFA4-D2ED324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ED0C3-BBF9-4A69-8B6F-4CEA6909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83D"/>
                </a:solidFill>
              </a:defRPr>
            </a:pPr>
            <a:r>
              <a:rPr sz="975" b="1">
                <a:solidFill>
                  <a:srgbClr val="D7A83D"/>
                </a:solidFill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C7C27-A884-496D-A692-68ED387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27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8666-4405-4DDA-BBEC-9D75DD28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Results — Migration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37D2B-08EF-4EBC-8D29-4EC32647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A1BEA-CAB7-4B00-B855-7E489127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2DFEE-D5D2-48C0-98C8-574F5CB8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23B87-7446-44A7-AD46-1097CC3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MaterialSpec migrated Types：約 28 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5FCF9-A15E-4CD3-B5A7-BAE055F0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2351D-869F-4445-892C-6EAA8612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56342-6C06-4C61-B861-0B5D7BAE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Hard-lock critical Types：8 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40087-D148-46BC-84C0-8E475B07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F9659-9D0C-474B-B069-133E3DE5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1E492-769F-4E6D-BA49-358EDD3C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Core helpers 已支援 MaterialSpec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C0D97-D100-4769-B1DB-5D4889D5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5F3BC-104C-416B-A6FC-4E43E588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597DB-4DC5-46D1-A94A-808AD6CC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Phase 2L-A warnings 保留 21 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E1868-9E3B-4C33-83E3-406B22D6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83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76536-16EB-49D4-8F7F-74DACB14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CBFA1-4599-4A63-91B2-1A6DDB4D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Type 27 H150 已進入多結構模型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00C28-39E3-468D-8E1A-FD0CFCCC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531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11430">
            <a:solidFill>
              <a:srgbClr val="D7A8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F7611-7BAB-4EEB-B3DE-9AF564C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483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83D"/>
                </a:solidFill>
              </a:defRPr>
            </a:pPr>
            <a:r>
              <a:rPr sz="1125" b="1">
                <a:solidFill>
                  <a:srgbClr val="D7A83D"/>
                </a:solidFill>
              </a:rPr>
              <a:t>28 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B9808-F7C8-4509-BA50-45613C11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53100"/>
            <a:ext cx="110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C31"/>
          </a:solidFill>
          <a:ln xmlns:a="http://schemas.openxmlformats.org/drawingml/2006/main" w="11430">
            <a:solidFill>
              <a:srgbClr val="D7A8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0B9F1-6C38-4476-A987-EDC2C8C3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8483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83D"/>
                </a:solidFill>
              </a:defRPr>
            </a:pPr>
            <a:r>
              <a:rPr sz="1125" b="1">
                <a:solidFill>
                  <a:srgbClr val="D7A83D"/>
                </a:solidFill>
              </a:rPr>
              <a:t>8 個</a:t>
            </a:r>
          </a:p>
        </p:txBody>
      </p:sp>
    </p:spTree>
    <p:extLst>
      <p:ext uri="{BB962C8B-B14F-4D97-AF65-F5344CB8AC3E}">
        <p14:creationId xmlns:p14="http://schemas.microsoft.com/office/powerpoint/2010/main" val="4747075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0F258-081F-428C-B260-03D8D456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7C070-806A-482C-AE13-C695D811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7FC43-A544-41E9-8BF3-FE3AB0BE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CFA4D-980E-4927-B698-70048E13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B3EF5-90DE-4859-854C-5034ECBC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C47D"/>
                </a:solidFill>
              </a:defRPr>
            </a:pPr>
            <a:r>
              <a:rPr sz="975" b="1">
                <a:solidFill>
                  <a:srgbClr val="27C47D"/>
                </a:solidFill>
              </a:rPr>
              <a:t>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92316-04C9-4F42-AEDC-F0949DD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28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AAE64-CA18-4611-AA75-2ACF58C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Engineering Insight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56E70-2678-42E0-A0C1-CCC5771A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6A719-B9ED-46A5-8CA2-2AF9F150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A813D-2571-4BF2-908E-92C7EEF7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88E95-30F6-4810-B1C7-9E0FBFEA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問題從來不是功能，而是可信度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6FB47-AE80-4AFB-A73D-2FB3856B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07FA3-040D-4F80-936E-C38B7996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63BD0-5FAA-4672-AE70-37938A5E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重構核心不是寫新功能，而是建立規則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EE7A9-8563-45C3-8918-756EF03C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2C626-6214-4A6B-9950-B42070B4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8E166-9AA4-47D7-B2EB-4D9DF1B2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validation 比 calculation 更重要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3B506-4D9F-490A-9F7B-01412B3F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C47D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4D2D6-5DB4-4A16-A567-11496F3B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5BA3A-C9BC-4A9D-9B76-352DB801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系統價值來自可控制，不是可運行</a:t>
            </a:r>
          </a:p>
        </p:txBody>
      </p:sp>
    </p:spTree>
    <p:extLst>
      <p:ext uri="{BB962C8B-B14F-4D97-AF65-F5344CB8AC3E}">
        <p14:creationId xmlns:p14="http://schemas.microsoft.com/office/powerpoint/2010/main" val="15880342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5DB81-9377-427B-BA6E-2ED4078B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CC347-0877-44F4-BFBA-3EE6DC9C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8E685-A0B5-43BB-A3F3-4C2535B5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22B30-5BC4-4245-9436-6FA3D618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FC777-3AD0-4009-B684-1A72E23E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523F7-EC47-4E55-8A7E-73F7EA79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29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34E29-7592-4031-B59D-C3B8EE49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現在系統狀態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151E7-AEA9-42DB-BBA8-E0C6C5FA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5B60A-2157-4095-BCDF-AE889A38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FC087-2250-42CB-A21D-8B3FF524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A8318-A348-42EB-9EDD-68131E0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material path 已受控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E6C7E-8941-4CD6-941A-83CBDCC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0A420-B539-4AEC-B80E-ADBB4C56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F942A-AB42-45A0-877A-EDB22836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canonical_id 已進入 BOM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CD40A-48E7-4375-9CEE-D6ED9076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2E373-C2AB-4493-ACCF-9C43FFC5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CBBA4-ECC9-4A76-A224-BE5575B5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parser normalization 已進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5B21C-1221-4061-BAD5-BE5ABE1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4E0B0-4FEF-423B-BEE5-21504EB6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4A01B-E55B-4A65-A970-FD330FB7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migrated Types 由 Hard Lock 保護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2A206-C3D0-4DC4-835B-42CD05AE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1F393-ECD9-44D2-B7C1-F1E09604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857F5-F07F-4788-8F28-6173CCE6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剩餘風險已分類</a:t>
            </a:r>
          </a:p>
        </p:txBody>
      </p:sp>
    </p:spTree>
    <p:extLst>
      <p:ext uri="{BB962C8B-B14F-4D97-AF65-F5344CB8AC3E}">
        <p14:creationId xmlns:p14="http://schemas.microsoft.com/office/powerpoint/2010/main" val="8366473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015B7-85B2-432D-977B-D2E89723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53106-A477-44A9-8483-70FBF340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7A470-90F5-4FA1-AE6E-C4CDCA0F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27780-F5B7-4E96-9A87-E249D569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B78B1-C306-47AE-9702-9DF2118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23B63-19A1-4E37-BFE9-E92ACDD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30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B726-C6F1-452F-843C-9828B3A5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剩餘風險分類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95C8B-1724-4495-A78C-B645368F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C53D3-E963-414D-8228-90AEF5C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DD371-6857-4CB1-866A-A3921D08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FCE1A-5D91-4AB0-8EFA-824B9964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ACCEPTABLE：dynamic / visual / descriptive material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54317-64CD-4FF0-AB40-FEE1A4C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6DCE1-F85B-49A1-9EDE-FFB898B1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D220B-B9F6-4BE0-B3C0-4D35301F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SHOULD_FIX：manual entry 尚未完全 canonical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7DF62-6676-4952-AC80-5626116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FE8F2-FAF9-4CEE-BE93-5BFBDF06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F486F-B6C4-4B85-A44D-1BED7678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BACKLOG：未遷移舊 Type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F65A0-7416-4AE6-8E02-01DAEB9D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EC617-783E-4B5F-9BFA-1A6CED63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9DE9C-6EE3-488E-8015-2A7AE65C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ESTIMATED：視覺判讀與幾何估算仍需人工審核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28297-7BFF-4A07-8789-881D561F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8CE69-C89E-40F8-9BCF-84DCB37D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24D2D-3384-4DE4-B5C4-F97E18C2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WEIGHT：WeightBasis 尚未全面 enforcement</a:t>
            </a:r>
          </a:p>
        </p:txBody>
      </p:sp>
    </p:spTree>
    <p:extLst>
      <p:ext uri="{BB962C8B-B14F-4D97-AF65-F5344CB8AC3E}">
        <p14:creationId xmlns:p14="http://schemas.microsoft.com/office/powerpoint/2010/main" val="16544002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238EC-203E-4DB2-82EA-6ED198F7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8DFC2-B998-42BF-8B0D-D850A876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FCFA9-2541-4ADB-A4BC-A6F45AA1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3D155-BC81-421E-B6CC-4C9D7AA7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B91BC-906E-4E58-B27C-A876CAC6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5401C-99DB-4A87-BA16-EDB306A8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31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812C8-7081-4E8A-9C41-AC586B62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v2 Roadmap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F5DF3-4AEB-4D28-BA9F-E59B056E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9110B-690E-45AB-BBA3-3712405A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E1F32-A722-4AF8-A7DF-C8B3635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EAB3A-2573-40A0-B817-967FB010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完成剩餘 Type MaterialSpec migration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5BB92-2209-4CE1-B311-45E9E94E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5DDBC-9604-428C-A340-247A4A6A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C4D3C-0A09-4B5D-BF7B-895261DE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WeightBasis 從 scaffold 推進到 hard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9D020-4331-4A33-8A70-EEDD9B9B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86B8D-51F3-42FC-A222-1C76A3CA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B3E28-7B55-4D1E-B24A-6B54530B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component table 成為重量 truth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DDF03-EA77-4A43-807A-A7E0AFA0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23590-F1AC-4FB0-8FA3-8F03081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31843-B93C-44D7-87DC-CBB933FA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readiness matrix 取代表級 boolean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50A7C-958B-4ED0-BA2B-11770150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6F5B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7C8CF-A670-401B-B4A6-BB51F99A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89AE9-F28C-44F8-ABD1-35E64199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多結構體 Type 持續語意審計</a:t>
            </a:r>
          </a:p>
        </p:txBody>
      </p:sp>
    </p:spTree>
    <p:extLst>
      <p:ext uri="{BB962C8B-B14F-4D97-AF65-F5344CB8AC3E}">
        <p14:creationId xmlns:p14="http://schemas.microsoft.com/office/powerpoint/2010/main" val="15387701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C15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A2187D-D655-4376-AABB-DD7AFBA26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613FD-7119-41DF-A611-D8B068C0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2983F-88E8-4A51-8B0F-222843B6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BB1A9-CF4F-4ABE-8BDD-7F0B685A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1A46C-34C9-4C3C-9B08-3BC8DB66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FF"/>
          </a:solidFill>
          <a:ln xmlns:a="http://schemas.openxmlformats.org/drawingml/2006/main" w="19050">
            <a:solidFill>
              <a:srgbClr val="0C15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50F4F-3F25-478D-BFDE-46E5E23D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B7FF"/>
                </a:solidFill>
              </a:defRPr>
            </a:pPr>
            <a:r>
              <a:rPr sz="975" b="1">
                <a:solidFill>
                  <a:srgbClr val="6BB7FF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F373F-99EF-4135-B94B-434ED9CC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AB8BD"/>
                </a:solidFill>
              </a:defRPr>
            </a:pPr>
            <a:r>
              <a:rPr sz="975" b="1">
                <a:solidFill>
                  <a:srgbClr val="AAB8BD"/>
                </a:solidFill>
              </a:rPr>
              <a:t>32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0C607-1DEE-4149-BFEB-6719F69A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2F4"/>
                </a:solidFill>
              </a:defRPr>
            </a:pPr>
            <a:r>
              <a:rPr sz="2925" b="1">
                <a:solidFill>
                  <a:srgbClr val="EAF2F4"/>
                </a:solidFill>
              </a:rPr>
              <a:t>System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8AFE8-BB91-45B8-8EB7-8A73FAD3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4394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32226"/>
          </a:solidFill>
          <a:ln xmlns:a="http://schemas.openxmlformats.org/drawingml/2006/main" w="11430">
            <a:solidFill>
              <a:srgbClr val="2D4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1215A-8790-4611-802C-3B65CEE8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25D2D-E234-4337-80ED-EA00EFD8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DC8A4-A322-4030-B0D5-C73348D1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v1 完成：material / parser / validation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5B9F2-059C-4F1E-AB27-D285A5CA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C5570-84A8-4D13-9948-59AA4C58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B4F2A-D5FC-489D-B419-D64F31C1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v1 已達：traceable + auditable + enforceable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3AAE4-FC71-4DC0-9E19-7094EA7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4AA2C-D0F8-4F89-B606-7EF6E0E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10A6A-C237-426E-835B-C97E797E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v2 目標：weight truth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BCB32-C1A7-45F7-BACE-DDFD9D1E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B7FF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ED7D6-6F26-4FAB-9597-39F73658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1518"/>
                </a:solidFill>
              </a:defRPr>
            </a:pPr>
            <a:r>
              <a:rPr sz="900" b="1">
                <a:solidFill>
                  <a:srgbClr val="0C151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B95EC-E50F-4D5C-B087-15F9556E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F4"/>
                </a:solidFill>
              </a:defRPr>
            </a:pPr>
            <a:r>
              <a:rPr sz="1875" b="0">
                <a:solidFill>
                  <a:srgbClr val="EAF2F4"/>
                </a:solidFill>
              </a:rPr>
              <a:t>v2 核心：component table 成為唯一來源</a:t>
            </a:r>
          </a:p>
        </p:txBody>
      </p:sp>
    </p:spTree>
    <p:extLst>
      <p:ext uri="{BB962C8B-B14F-4D97-AF65-F5344CB8AC3E}">
        <p14:creationId xmlns:p14="http://schemas.microsoft.com/office/powerpoint/2010/main" val="1601513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2026-04-23T00:45:15.2150000Z</dcterms:created>
  <dcterms:modified xsi:type="dcterms:W3CDTF">2026-04-23T00:45:15.2150000Z</dcterms:modified>
</coreProperties>
</file>