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管架支撐分析工具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54864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Edition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3017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從支撐編碼到完整 BOM、重量計算與材料下料的一鍵解決方案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3931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詳細專案介紹｜操作流程｜GUI 實機畫面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適合工程師、設計者、採購與專案管理者閱讀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這是什麼？（給一般人看的說明）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EDD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972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想像成「管架支撐的自動食譜計算機」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你在圖面上寫下「01-2B-05A」這幾個字，就像點了一道菜。工具會自動告訴你：這道菜需要哪些食材（鋼管、鋼板、螺栓…）、每樣要切多長、總共重多少公斤、怎麼切最不浪費。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146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4688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標準化支撐型式 (Type)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88720" y="27889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工廠管線需要數十種固定「配方」，每種叫一個 Type（如 Type 01 假管支撐），用簡短代碼標在配管圖上。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246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832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3375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自動拆解成 BOM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188720" y="3657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輸入代碼 + 數量，程式立刻算出每支支撐要用到的所有零件、尺寸、材質、單重、總重。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41148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519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42062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還會幫你省材料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188720" y="4526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自動把所有需要的鋼板/鋼管「排版下料」，告訴你從多長的原料切最划算、廢料最少。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為什麼需要這個工具？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大型專案可能有幾百到上千組支撐，手工計算非常吃力且容易出錯。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查表地獄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每種 Type 的尺寸規則不同，要翻好幾本圖面與 Excel 表，找錯一個數字就全錯。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54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人為誤差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37760" y="20116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同一個專案，不同工程師算出來的重量、BOM 可能不一樣，採購與現場打架。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改設計很痛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" y="36576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管線尺寸或高度一改，要重算幾十支支撐，Excel 公式還會斷掉。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754880" y="30175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0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下料靠經驗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37760" y="36576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鋼板怎麼切最省？以前全靠師傅經驗，浪費 10-20% 很常見。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工具能為你做到什麼？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115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秒級出完整 BOM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1508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輸入清單 → 立刻展開每支支撐的所有零件、規格、材質、長寬、單重、總重。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49240" y="1115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自動材料優化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892040" y="1508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鋼板、型鋼、管材自動計算最省切割方案，使用率一目了然。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2402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77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3500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可覆寫的特例處理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94360" y="2743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現場實際情況跟圖面不同？單獨調整高度、材質、連接型式，不影響其他。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22402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37744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49240" y="23500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多種匯出格式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892040" y="2743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Excel（採購）、PDF（報告）、DXF/STEP（CAD 直接用）、Inventor 參數。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34747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611880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35844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圖面與計算對照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594360" y="3977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內建原廠 PDF 圖面參考 + Type 說明，點一下就知道這個 Type 長什麼樣子。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754880" y="34747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611880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49240" y="35844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一致、可追溯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4892040" y="3977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所有計算邏輯寫在程式裡，任何人跑出來的結果都一樣，還能看到計算根據。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目前已支援 60+ 種 Type（持續擴充）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涵蓋常見的假管支撐、立柱、夾管、底板、冷絕緣專用等，幾乎涵蓋整個 MTO 需求。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假管支撐（最常見）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97480" y="128016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417320"/>
            <a:ext cx="137160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8892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03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78892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小管徑彎頭立柱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46320" y="128016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417320"/>
            <a:ext cx="1371600" cy="1371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3776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07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93776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假管 + 調整座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995160" y="128016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417320"/>
            <a:ext cx="1371600" cy="1371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8660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09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08660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假管 + 滑動座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完整清單請在 GUI 的「Type 總覽」分頁查看，每個 Type 都有對應原廠 PDF 圖面與計算說明。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/>
        </p:spPr>
      </p:sp>
      <p:sp>
        <p:nvSpPr>
          <p:cNvPr id="22" name="Text 16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小提醒：Type 編碼來自設計圖面上的「支撐標記」，例如 01-4B-12C 代表 Type 01、4吋管、H=1200mm、底板型式 C。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標準作業流程（Workflow）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0515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準備清單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從配管圖或 MTO Excel 整理「Drawing + 流水號 + 型號 + 數量」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0515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097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7764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載入 / 貼上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1600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用 GUI 左側輸入欄，或批次貼上、從 Excel/CSV 載入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0515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097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122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設定材質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1600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選擇全域上段管材質（SUS304、A106Gr.B 等），或單筆覆寫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97180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017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開始分析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35204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按下按鈕，自動展開所有零件、計算重量、產生 BOM 表格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283464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9000" y="297180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3017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7764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檢查 &amp; 調整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29000" y="35204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點選項目看細節，右側面板可單獨修改特例（Tee/Elbow、高度…）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283464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263640" y="297180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017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1228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下料 + 匯出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63640" y="35204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切到下料頁產生切割方案 → 匯出 Excel / PDF / CAD 檔案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實機畫面 — 重量分析頁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三欄式設計：左側輸入清單、中間結果表格、右側單筆設定面板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實機畫面 — 材料合計 / 下料頁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上半部：採購用材料合計表（品名、規格、總重、建議採購量）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下半部：實際下料切割方案（每根原料要切幾段、餘料多少、使用率）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82296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實機畫面 — Type 總覽 與 支撐架構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左：Type 總覽 — 快速查詢所有支援的型式、簡介、適用範圍、計算邏輯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右：支撐架構 — 以樹狀結構了解各 Type 之間的「家族關係」與共用元件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4206240" cy="37490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188720"/>
            <a:ext cx="42062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實例：從原廠圖面到計算結果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以最常見的 Type 01（假管支撐）為例，輸入 01-2B-05A 後的展開：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347472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0" y="960120"/>
            <a:ext cx="49377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11480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</a:rPr>
              <a:t>編碼拆解：01-2B-05A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114800" y="1463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01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= 假管支撐（Dummy Pipe）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2B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= 2" 管徑 + 特定 Schedule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05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= 高度代碼 H=500mm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= M-42 底板型式 A
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計算後產生的零件（部分）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0" y="28803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上段管：1-1/2" SCH.80 SUS304，長度 171mm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下段管：A53Gr.B 黑鐵管，長度 400mm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底板：依 M-42 A 型，特定尺寸鋼板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焊道、螺栓等輔助件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總重約 4.7 kg（單支）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所有尺寸、重量都來自程式內的資料表與公式，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與原廠圖面規範一致。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技術架構簡介（工程師/維護者看）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核心計算引擎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88720" y="1280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python_app/core/ 裡的 type_XX.py 每種 Type 一個 handler，查 data/ 裡的尺寸表 + configs/ 參數，計算每零件。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PyQt6 桌面 GUI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88720" y="2286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完整桌面應用（非網頁），三面板 + 多 Tab，支援鍵盤快速操作、大量貼上、即時篩選、單筆覆寫。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8346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6324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971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資料分離原則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88720" y="3291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計算真值在 code + json config + 表格 py，docs/ 只是說明文件。遵守 AGENTS.md 的優先順序。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6908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多格式輸出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88720" y="4297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excel_export、pdf_export、inventor_params、dxf/step 產生器，讓採購與設計端都能直接用。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快速開始使用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Windows 使用者（推薦）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1. 雙擊 run_app.ps1 或 run_app.cmd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2. 第一次會自動建立虛擬環境並安裝依賴（需 Python 3.10+）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3. GUI 視窗跳出後：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  • 左上輸入框直接打 01-2B-05A 按 Enter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  • 或按「批次貼上」輸入多行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  • 選好材質 → 按「▶ 開始分析」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  • 分析完切到「材料合計 / 下料」頁按產生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  • 最後選格式按「匯出結果」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範例清單檔放在專案內，或直接從 Excel 複製貼上即可。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開發者可直接 python -m python_app.main 或從 python_app/ 執行 main.py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新舊方式比較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舊 VBA / 手動 Excel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 Python 工具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計算速度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每支幾分鐘到半小時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整批幾秒到十幾秒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一致性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不同人不同結果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完全一致，可重現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改設計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重算痛苦，容易漏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改輸入重跑即可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下料優化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靠經驗或簡單公式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專用切割優化演算法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可維護性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VBA 程式碼難讀難改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模組化 + 單元測試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 體驗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 表單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現代 Qt 桌面介面 + 鍵盤操作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輸出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手動整理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一鍵多格式（含 CAD 參數）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總結與下一步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這個工具已經把過去繁瑣、容易出錯的管架支撐計算，變成「輸入代碼 → 得到完整可採購 BOM + 下料方案」的一鍵流程。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它不僅是給工程師用的計算機，也是讓採購、現場、專案經理都能看懂「這支支撐到底要花多少錢、用多少料」的透明工具。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目前狀態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383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• 60+ Type 已實作並通過基本驗證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• 完整 PyQt6 GUI + 鍵盤快捷鍵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• 支援 Excel/CSV 匯入、Excel/PDF/ CAD 匯出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• 切割優化與材料合計功能可用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• 持續新增 Type 與冷絕緣 (C 系列) 支援中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感謝閱讀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如有任何問題、想新增 Type、或發現計算與圖面不符，歡迎提出 Issue 或直接討論。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專案位置：C:\Users\a0976\Documents\GitHub\for_iec_support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Python App 入口：python_app/main.py + run_app.ps1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AGENTS.md 裡有 AI 維護此專案時必須遵守的計算真值優先順序，請務必參考。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IEC 管架支撐分析工具 - 專案介紹與操作流程</dc:title>
  <dc:subject>詳細介紹、GUI 畫面、Workflow、給一般人看的說明</dc:subject>
  <dc:creator>for_iec_support project</dc:creator>
  <cp:lastModifiedBy>for_iec_support project</cp:lastModifiedBy>
  <cp:revision>1</cp:revision>
  <dcterms:created xsi:type="dcterms:W3CDTF">2026-06-04T06:12:25Z</dcterms:created>
  <dcterms:modified xsi:type="dcterms:W3CDTF">2026-06-04T06:12:25Z</dcterms:modified>
</cp:coreProperties>
</file>